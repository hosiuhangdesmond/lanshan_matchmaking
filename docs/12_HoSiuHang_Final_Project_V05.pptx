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43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29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16.xml" ContentType="application/vnd.openxmlformats-officedocument.presentationml.slide+xml"/>
  <Override PartName="/ppt/slides/slide15.xml" ContentType="application/vnd.openxmlformats-officedocument.presentationml.slide+xml"/>
  <Override PartName="/ppt/notesSlides/notesSlide28.xml" ContentType="application/vnd.openxmlformats-officedocument.presentationml.notesSlide+xml"/>
  <Override PartName="/ppt/slideLayouts/slideLayout7.xml" ContentType="application/vnd.openxmlformats-officedocument.presentationml.slideLayout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s/slide28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19.xml" ContentType="application/vnd.openxmlformats-officedocument.presentationml.slide+xml"/>
  <Override PartName="/ppt/slides/slide4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2.xml" ContentType="application/vnd.openxmlformats-officedocument.presentationml.slide+xml"/>
  <Override PartName="/ppt/slides/slide14.xml" ContentType="application/vnd.openxmlformats-officedocument.presentationml.slide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slides/slide6.xml" ContentType="application/vnd.openxmlformats-officedocument.presentationml.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slides/slide20.xml" ContentType="application/vnd.openxmlformats-officedocument.presentationml.slide+xml"/>
  <Override PartName="/ppt/slides/slide47.xml" ContentType="application/vnd.openxmlformats-officedocument.presentationml.slide+xml"/>
  <Override PartName="/ppt/slideLayouts/slideLayout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32.xml" ContentType="application/vnd.openxmlformats-officedocument.presentationml.slide+xml"/>
  <Override PartName="/ppt/slides/slide8.xml" ContentType="application/vnd.openxmlformats-officedocument.presentationml.slide+xml"/>
  <Override PartName="/ppt/notesSlides/notesSlide37.xml" ContentType="application/vnd.openxmlformats-officedocument.presentationml.notesSlide+xml"/>
  <Override PartName="/ppt/notesSlides/notesSlide7.xml" ContentType="application/vnd.openxmlformats-officedocument.presentationml.notesSlide+xml"/>
  <Override PartName="/ppt/viewProps.xml" ContentType="application/vnd.openxmlformats-officedocument.presentationml.viewProps+xml"/>
  <Override PartName="/ppt/slides/slide17.xml" ContentType="application/vnd.openxmlformats-officedocument.presentationml.slide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4.xml" ContentType="application/vnd.openxmlformats-officedocument.presentationml.notesSlide+xml"/>
  <Override PartName="/ppt/slides/slide7.xml" ContentType="application/vnd.openxmlformats-officedocument.presentationml.slide+xml"/>
  <Override PartName="/ppt/slides/slide41.xml" ContentType="application/vnd.openxmlformats-officedocument.presentationml.slide+xml"/>
  <Override PartName="/ppt/slideLayouts/slideLayout5.xml" ContentType="application/vnd.openxmlformats-officedocument.presentationml.slideLayout+xml"/>
  <Override PartName="/ppt/slides/slide12.xml" ContentType="application/vnd.openxmlformats-officedocument.presentationml.slide+xml"/>
  <Override PartName="/ppt/slideLayouts/slideLayout1.xml" ContentType="application/vnd.openxmlformats-officedocument.presentationml.slideLayout+xml"/>
  <Override PartName="/ppt/notesSlides/notesSlide10.xml" ContentType="application/vnd.openxmlformats-officedocument.presentationml.notesSlide+xml"/>
  <Override PartName="/ppt/notesSlides/notesSlide20.xml" ContentType="application/vnd.openxmlformats-officedocument.presentationml.notesSlide+xml"/>
  <Override PartName="/ppt/slideLayouts/slideLayout4.xml" ContentType="application/vnd.openxmlformats-officedocument.presentationml.slideLayout+xml"/>
  <Override PartName="/ppt/notesSlides/notesSlide22.xml" ContentType="application/vnd.openxmlformats-officedocument.presentationml.notesSlide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notesSlides/notesSlide15.xml" ContentType="application/vnd.openxmlformats-officedocument.presentationml.notesSlide+xml"/>
  <Override PartName="/ppt/slides/slide13.xml" ContentType="application/vnd.openxmlformats-officedocument.presentationml.slide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slide25.xml" ContentType="application/vnd.openxmlformats-officedocument.presentationml.slide+xml"/>
  <Override PartName="/ppt/notesSlides/notesSlide42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1.xml" ContentType="application/vnd.openxmlformats-officedocument.presentationml.notesSlide+xml"/>
  <Override PartName="/ppt/slideLayouts/slideLayout3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s/slide26.xml" ContentType="application/vnd.openxmlformats-officedocument.presentationml.slide+xml"/>
  <Override PartName="/ppt/theme/theme2.xml" ContentType="application/vnd.openxmlformats-officedocument.them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3.xml" ContentType="application/vnd.openxmlformats-officedocument.presentationml.slide+xml"/>
  <Override PartName="/ppt/slides/slide24.xml" ContentType="application/vnd.openxmlformats-officedocument.presentationml.slide+xml"/>
  <Override PartName="/ppt/slides/slide40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Slides/notesSlide33.xml" ContentType="application/vnd.openxmlformats-officedocument.presentationml.notesSlide+xml"/>
  <Override PartName="/ppt/notesSlides/notesSlide8.xml" ContentType="application/vnd.openxmlformats-officedocument.presentationml.notes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9.xml" ContentType="application/vnd.openxmlformats-officedocument.presentationml.slide+xml"/>
  <Override PartName="/ppt/presentation.xml" ContentType="application/vnd.openxmlformats-officedocument.presentationml.presentation.main+xml"/>
  <Override PartName="/ppt/slides/slide42.xml" ContentType="application/vnd.openxmlformats-officedocument.presentationml.slide+xml"/>
  <Override PartName="/ppt/slides/slide44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5.xml" ContentType="application/vnd.openxmlformats-officedocument.presentationml.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46.xml" ContentType="application/vnd.openxmlformats-officedocument.presentationml.slide+xml"/>
  <Override PartName="/ppt/slides/slide48.xml" ContentType="application/vnd.openxmlformats-officedocument.presentationml.slide+xml"/>
  <Override PartName="/ppt/notesSlides/notesSlide26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4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2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5.xml" ContentType="application/vnd.openxmlformats-officedocument.presentationml.notesSlide+xml"/>
  <Override PartName="/ppt/presProps.xml" ContentType="application/vnd.openxmlformats-officedocument.presentationml.presProps+xml"/>
  <Override PartName="/ppt/slides/slide21.xml" ContentType="application/vnd.openxmlformats-officedocument.presentationml.slide+xml"/>
  <Override PartName="/ppt/notesSlides/notesSlide27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 strictFirstAndLastChars="0">
  <p:sldMasterIdLst>
    <p:sldMasterId id="2147483648" r:id="rId1"/>
  </p:sldMasterIdLst>
  <p:notesMasterIdLst>
    <p:notesMasterId r:id="rId52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</p:sldIdLst>
  <p:sldSz cx="12192000" cy="6858000"/>
  <p:notesSz cx="6797675" cy="9928225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</a:ln>
          </a:left>
          <a:right>
            <a:ln w="12700">
              <a:solidFill>
                <a:schemeClr val="lt1"/>
              </a:solidFill>
            </a:ln>
          </a:right>
          <a:top>
            <a:ln w="12700">
              <a:solidFill>
                <a:schemeClr val="lt1"/>
              </a:solidFill>
            </a:ln>
          </a:top>
          <a:bottom>
            <a:ln w="12700">
              <a:solidFill>
                <a:schemeClr val="lt1"/>
              </a:solidFill>
            </a:ln>
          </a:bottom>
          <a:insideH>
            <a:ln w="12700">
              <a:solidFill>
                <a:schemeClr val="lt1"/>
              </a:solidFill>
            </a:ln>
          </a:insideH>
          <a:insideV>
            <a:ln w="12700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79" d="100"/>
          <a:sy n="79" d="100"/>
        </p:scale>
        <p:origin x="75" y="144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notesMaster" Target="notesMasters/notesMaster1.xml"/><Relationship Id="rId53" Type="http://schemas.openxmlformats.org/officeDocument/2006/relationships/presProps" Target="presProps.xml" /><Relationship Id="rId54" Type="http://schemas.openxmlformats.org/officeDocument/2006/relationships/tableStyles" Target="tableStyles.xml" /><Relationship Id="rId55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Pr shadeToTitle="0">
        <a:solidFill>
          <a:schemeClr val="l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3353696" name="Google Shape;3;n"/>
          <p:cNvSpPr txBox="1">
            <a:spLocks noGrp="1"/>
          </p:cNvSpPr>
          <p:nvPr>
            <p:ph type="hdr" idx="2"/>
          </p:nvPr>
        </p:nvSpPr>
        <p:spPr bwMode="auto">
          <a:xfrm>
            <a:off x="1" y="0"/>
            <a:ext cx="2945659" cy="4981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2" tIns="47763" rIns="95552" bIns="47763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854710356" name="Google Shape;4;n"/>
          <p:cNvSpPr txBox="1">
            <a:spLocks noGrp="1"/>
          </p:cNvSpPr>
          <p:nvPr>
            <p:ph type="dt" idx="10"/>
          </p:nvPr>
        </p:nvSpPr>
        <p:spPr bwMode="auto">
          <a:xfrm>
            <a:off x="3850444" y="0"/>
            <a:ext cx="2945659" cy="4981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2" tIns="47763" rIns="95552" bIns="47763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929574430" name="Google Shape;5;n"/>
          <p:cNvSpPr>
            <a:spLocks noChangeAspect="1" noGrp="1" noRot="1"/>
          </p:cNvSpPr>
          <p:nvPr>
            <p:ph type="sldImg" idx="3"/>
          </p:nvPr>
        </p:nvSpPr>
        <p:spPr bwMode="auto">
          <a:xfrm>
            <a:off x="420688" y="1239838"/>
            <a:ext cx="5959475" cy="33528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25225724" name="Google Shape;6;n"/>
          <p:cNvSpPr txBox="1">
            <a:spLocks noGrp="1"/>
          </p:cNvSpPr>
          <p:nvPr>
            <p:ph type="body" idx="1"/>
          </p:nvPr>
        </p:nvSpPr>
        <p:spPr bwMode="auto">
          <a:xfrm>
            <a:off x="679768" y="4777959"/>
            <a:ext cx="5438140" cy="3909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2" tIns="47763" rIns="95552" bIns="47763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138734450" name="Google Shape;7;n"/>
          <p:cNvSpPr txBox="1">
            <a:spLocks noGrp="1"/>
          </p:cNvSpPr>
          <p:nvPr>
            <p:ph type="ftr" idx="11"/>
          </p:nvPr>
        </p:nvSpPr>
        <p:spPr bwMode="auto">
          <a:xfrm>
            <a:off x="1" y="9430093"/>
            <a:ext cx="2945659" cy="498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2" tIns="47763" rIns="95552" bIns="47763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50017444" name="Google Shape;8;n"/>
          <p:cNvSpPr txBox="1">
            <a:spLocks noGrp="1"/>
          </p:cNvSpPr>
          <p:nvPr>
            <p:ph type="sldNum" idx="12"/>
          </p:nvPr>
        </p:nvSpPr>
        <p:spPr bwMode="auto">
          <a:xfrm>
            <a:off x="3850444" y="9430093"/>
            <a:ext cx="2945659" cy="498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2" tIns="47763" rIns="95552" bIns="47763" anchor="b" anchorCtr="0">
            <a:noAutofit/>
          </a:bodyPr>
          <a:lstStyle/>
          <a:p>
            <a:pPr algn="r">
              <a:defRPr/>
            </a:pPr>
            <a:fld id="{00000000-1234-1234-1234-123412341234}" type="slidenum">
              <a:rPr lang="en-US" sz="130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‹#›</a:t>
            </a:fld>
            <a:endParaRPr lang="en-US" sz="13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dt="0" ftr="0" hdr="0" sldNum="1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 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 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 ?>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 ?>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 ?>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 ?>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 ?>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 ?>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 ?>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 ?>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 ?>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 ?>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 ?>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 ?>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 ?>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 ?>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 ?>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 ?>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 ?>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 ?>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 ?>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 ?>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 ?>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 ?>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 ?>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 ?>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 ?>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 ?>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584185" name="Google Shape;85;p1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420688" y="1239838"/>
            <a:ext cx="5959475" cy="33528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65243265" name="Google Shape;86;p1:notes"/>
          <p:cNvSpPr txBox="1">
            <a:spLocks noGrp="1"/>
          </p:cNvSpPr>
          <p:nvPr>
            <p:ph type="body" idx="1"/>
          </p:nvPr>
        </p:nvSpPr>
        <p:spPr bwMode="auto">
          <a:xfrm>
            <a:off x="679768" y="4777959"/>
            <a:ext cx="5438140" cy="3909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2" tIns="47763" rIns="95552" bIns="47763" anchor="t" anchorCtr="0">
            <a:noAutofit/>
          </a:bodyPr>
          <a:lstStyle/>
          <a:p>
            <a:pPr marL="0" indent="0">
              <a:defRPr/>
            </a:pPr>
            <a:endParaRPr/>
          </a:p>
        </p:txBody>
      </p:sp>
      <p:sp>
        <p:nvSpPr>
          <p:cNvPr id="225378596" name="Google Shape;87;p1:notes"/>
          <p:cNvSpPr txBox="1">
            <a:spLocks noGrp="1"/>
          </p:cNvSpPr>
          <p:nvPr>
            <p:ph type="sldNum" idx="12"/>
          </p:nvPr>
        </p:nvSpPr>
        <p:spPr bwMode="auto">
          <a:xfrm>
            <a:off x="3850444" y="9430093"/>
            <a:ext cx="2945659" cy="498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2" tIns="47763" rIns="95552" bIns="47763" anchor="b" anchorCtr="0">
            <a:noAutofit/>
          </a:bodyPr>
          <a:lstStyle/>
          <a:p>
            <a:pPr algn="r">
              <a:defRPr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2490366" name="Google Shape;85;p1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420688" y="1239838"/>
            <a:ext cx="5959475" cy="33528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94658692" name="Google Shape;86;p1:notes"/>
          <p:cNvSpPr txBox="1">
            <a:spLocks noGrp="1"/>
          </p:cNvSpPr>
          <p:nvPr>
            <p:ph type="body" idx="1"/>
          </p:nvPr>
        </p:nvSpPr>
        <p:spPr bwMode="auto">
          <a:xfrm>
            <a:off x="679768" y="4777959"/>
            <a:ext cx="5438140" cy="3909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2" tIns="47763" rIns="95552" bIns="47763" anchor="t" anchorCtr="0">
            <a:noAutofit/>
          </a:bodyPr>
          <a:lstStyle/>
          <a:p>
            <a:pPr marL="0" indent="0">
              <a:defRPr/>
            </a:pPr>
            <a:endParaRPr/>
          </a:p>
        </p:txBody>
      </p:sp>
      <p:sp>
        <p:nvSpPr>
          <p:cNvPr id="518924921" name="Google Shape;87;p1:notes"/>
          <p:cNvSpPr txBox="1">
            <a:spLocks noGrp="1"/>
          </p:cNvSpPr>
          <p:nvPr>
            <p:ph type="sldNum" idx="12"/>
          </p:nvPr>
        </p:nvSpPr>
        <p:spPr bwMode="auto">
          <a:xfrm>
            <a:off x="3850444" y="9430093"/>
            <a:ext cx="2945659" cy="498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2" tIns="47763" rIns="95552" bIns="47763" anchor="b" anchorCtr="0">
            <a:noAutofit/>
          </a:bodyPr>
          <a:lstStyle/>
          <a:p>
            <a:pPr algn="r">
              <a:defRPr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4192840" name="Google Shape;85;p1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420688" y="1239838"/>
            <a:ext cx="5959475" cy="33528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59692988" name="Google Shape;86;p1:notes"/>
          <p:cNvSpPr txBox="1">
            <a:spLocks noGrp="1"/>
          </p:cNvSpPr>
          <p:nvPr>
            <p:ph type="body" idx="1"/>
          </p:nvPr>
        </p:nvSpPr>
        <p:spPr bwMode="auto">
          <a:xfrm>
            <a:off x="679768" y="4777959"/>
            <a:ext cx="5438140" cy="3909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2" tIns="47763" rIns="95552" bIns="47763" anchor="t" anchorCtr="0">
            <a:noAutofit/>
          </a:bodyPr>
          <a:lstStyle/>
          <a:p>
            <a:pPr marL="0" indent="0">
              <a:defRPr/>
            </a:pPr>
            <a:endParaRPr/>
          </a:p>
        </p:txBody>
      </p:sp>
      <p:sp>
        <p:nvSpPr>
          <p:cNvPr id="47854789" name="Google Shape;87;p1:notes"/>
          <p:cNvSpPr txBox="1">
            <a:spLocks noGrp="1"/>
          </p:cNvSpPr>
          <p:nvPr>
            <p:ph type="sldNum" idx="12"/>
          </p:nvPr>
        </p:nvSpPr>
        <p:spPr bwMode="auto">
          <a:xfrm>
            <a:off x="3850444" y="9430093"/>
            <a:ext cx="2945659" cy="498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2" tIns="47763" rIns="95552" bIns="47763" anchor="b" anchorCtr="0">
            <a:noAutofit/>
          </a:bodyPr>
          <a:lstStyle/>
          <a:p>
            <a:pPr algn="r">
              <a:defRPr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0386795" name="Google Shape;85;p1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420688" y="1239838"/>
            <a:ext cx="5959475" cy="33528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10624127" name="Google Shape;86;p1:notes"/>
          <p:cNvSpPr txBox="1">
            <a:spLocks noGrp="1"/>
          </p:cNvSpPr>
          <p:nvPr>
            <p:ph type="body" idx="1"/>
          </p:nvPr>
        </p:nvSpPr>
        <p:spPr bwMode="auto">
          <a:xfrm>
            <a:off x="679768" y="4777959"/>
            <a:ext cx="5438140" cy="3909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2" tIns="47763" rIns="95552" bIns="47763" anchor="t" anchorCtr="0">
            <a:noAutofit/>
          </a:bodyPr>
          <a:lstStyle/>
          <a:p>
            <a:pPr marL="0" indent="0">
              <a:defRPr/>
            </a:pPr>
            <a:endParaRPr/>
          </a:p>
        </p:txBody>
      </p:sp>
      <p:sp>
        <p:nvSpPr>
          <p:cNvPr id="1070415654" name="Google Shape;87;p1:notes"/>
          <p:cNvSpPr txBox="1">
            <a:spLocks noGrp="1"/>
          </p:cNvSpPr>
          <p:nvPr>
            <p:ph type="sldNum" idx="12"/>
          </p:nvPr>
        </p:nvSpPr>
        <p:spPr bwMode="auto">
          <a:xfrm>
            <a:off x="3850444" y="9430093"/>
            <a:ext cx="2945659" cy="498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2" tIns="47763" rIns="95552" bIns="47763" anchor="b" anchorCtr="0">
            <a:noAutofit/>
          </a:bodyPr>
          <a:lstStyle/>
          <a:p>
            <a:pPr algn="r">
              <a:defRPr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759377" name="Google Shape;85;p1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420687" y="1239837"/>
            <a:ext cx="5959474" cy="3352799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73143445" name="Google Shape;86;p1:notes"/>
          <p:cNvSpPr txBox="1">
            <a:spLocks noGrp="1"/>
          </p:cNvSpPr>
          <p:nvPr>
            <p:ph type="body" idx="1"/>
          </p:nvPr>
        </p:nvSpPr>
        <p:spPr bwMode="auto">
          <a:xfrm>
            <a:off x="679767" y="4777958"/>
            <a:ext cx="5438139" cy="390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1" tIns="47763" rIns="95551" bIns="47763" anchor="t" anchorCtr="0">
            <a:noAutofit/>
          </a:bodyPr>
          <a:lstStyle/>
          <a:p>
            <a:pPr marL="0" indent="0">
              <a:defRPr/>
            </a:pPr>
            <a:endParaRPr/>
          </a:p>
        </p:txBody>
      </p:sp>
      <p:sp>
        <p:nvSpPr>
          <p:cNvPr id="10747622" name="Google Shape;87;p1:notes"/>
          <p:cNvSpPr txBox="1">
            <a:spLocks noGrp="1"/>
          </p:cNvSpPr>
          <p:nvPr>
            <p:ph type="sldNum" idx="12"/>
          </p:nvPr>
        </p:nvSpPr>
        <p:spPr bwMode="auto">
          <a:xfrm>
            <a:off x="3850443" y="9430092"/>
            <a:ext cx="2945658" cy="498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1" tIns="47763" rIns="95551" bIns="47763" anchor="b" anchorCtr="0">
            <a:noAutofit/>
          </a:bodyPr>
          <a:lstStyle/>
          <a:p>
            <a:pPr algn="r">
              <a:defRPr/>
            </a:pPr>
            <a:fld id="{0005CA7B-64A5-499F-1117-3332D9FC274B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5802983" name="Google Shape;85;p1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420688" y="1239838"/>
            <a:ext cx="5959475" cy="33528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80915131" name="Google Shape;86;p1:notes"/>
          <p:cNvSpPr txBox="1">
            <a:spLocks noGrp="1"/>
          </p:cNvSpPr>
          <p:nvPr>
            <p:ph type="body" idx="1"/>
          </p:nvPr>
        </p:nvSpPr>
        <p:spPr bwMode="auto">
          <a:xfrm>
            <a:off x="679768" y="4777959"/>
            <a:ext cx="5438140" cy="3909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2" tIns="47763" rIns="95552" bIns="47763" anchor="t" anchorCtr="0">
            <a:noAutofit/>
          </a:bodyPr>
          <a:lstStyle/>
          <a:p>
            <a:pPr marL="0" indent="0">
              <a:defRPr/>
            </a:pPr>
            <a:endParaRPr/>
          </a:p>
        </p:txBody>
      </p:sp>
      <p:sp>
        <p:nvSpPr>
          <p:cNvPr id="902781390" name="Google Shape;87;p1:notes"/>
          <p:cNvSpPr txBox="1">
            <a:spLocks noGrp="1"/>
          </p:cNvSpPr>
          <p:nvPr>
            <p:ph type="sldNum" idx="12"/>
          </p:nvPr>
        </p:nvSpPr>
        <p:spPr bwMode="auto">
          <a:xfrm>
            <a:off x="3850444" y="9430093"/>
            <a:ext cx="2945659" cy="498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2" tIns="47763" rIns="95552" bIns="47763" anchor="b" anchorCtr="0">
            <a:noAutofit/>
          </a:bodyPr>
          <a:lstStyle/>
          <a:p>
            <a:pPr algn="r">
              <a:defRPr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0851231" name="Google Shape;85;p1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420687" y="1239837"/>
            <a:ext cx="5959474" cy="3352799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80604146" name="Google Shape;86;p1:notes"/>
          <p:cNvSpPr txBox="1">
            <a:spLocks noGrp="1"/>
          </p:cNvSpPr>
          <p:nvPr>
            <p:ph type="body" idx="1"/>
          </p:nvPr>
        </p:nvSpPr>
        <p:spPr bwMode="auto">
          <a:xfrm>
            <a:off x="679767" y="4777958"/>
            <a:ext cx="5438139" cy="390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1" tIns="47763" rIns="95551" bIns="47763" anchor="t" anchorCtr="0">
            <a:noAutofit/>
          </a:bodyPr>
          <a:lstStyle/>
          <a:p>
            <a:pPr marL="0" indent="0">
              <a:defRPr/>
            </a:pPr>
            <a:endParaRPr/>
          </a:p>
        </p:txBody>
      </p:sp>
      <p:sp>
        <p:nvSpPr>
          <p:cNvPr id="1208123489" name="Google Shape;87;p1:notes"/>
          <p:cNvSpPr txBox="1">
            <a:spLocks noGrp="1"/>
          </p:cNvSpPr>
          <p:nvPr>
            <p:ph type="sldNum" idx="12"/>
          </p:nvPr>
        </p:nvSpPr>
        <p:spPr bwMode="auto">
          <a:xfrm>
            <a:off x="3850443" y="9430092"/>
            <a:ext cx="2945658" cy="498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1" tIns="47763" rIns="95551" bIns="47763" anchor="b" anchorCtr="0">
            <a:noAutofit/>
          </a:bodyPr>
          <a:lstStyle/>
          <a:p>
            <a:pPr algn="r">
              <a:defRPr/>
            </a:pPr>
            <a:fld id="{E80F1C9C-D72B-BA43-C5BD-73F3898D06C5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5814596" name="Google Shape;85;p1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420687" y="1239837"/>
            <a:ext cx="5959474" cy="3352799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3198501" name="Google Shape;86;p1:notes"/>
          <p:cNvSpPr txBox="1">
            <a:spLocks noGrp="1"/>
          </p:cNvSpPr>
          <p:nvPr>
            <p:ph type="body" idx="1"/>
          </p:nvPr>
        </p:nvSpPr>
        <p:spPr bwMode="auto">
          <a:xfrm>
            <a:off x="679767" y="4777958"/>
            <a:ext cx="5438139" cy="390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1" tIns="47763" rIns="95551" bIns="47763" anchor="t" anchorCtr="0">
            <a:noAutofit/>
          </a:bodyPr>
          <a:lstStyle/>
          <a:p>
            <a:pPr marL="0" indent="0">
              <a:defRPr/>
            </a:pPr>
            <a:endParaRPr/>
          </a:p>
        </p:txBody>
      </p:sp>
      <p:sp>
        <p:nvSpPr>
          <p:cNvPr id="1239795591" name="Google Shape;87;p1:notes"/>
          <p:cNvSpPr txBox="1">
            <a:spLocks noGrp="1"/>
          </p:cNvSpPr>
          <p:nvPr>
            <p:ph type="sldNum" idx="12"/>
          </p:nvPr>
        </p:nvSpPr>
        <p:spPr bwMode="auto">
          <a:xfrm>
            <a:off x="3850443" y="9430092"/>
            <a:ext cx="2945658" cy="498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1" tIns="47763" rIns="95551" bIns="47763" anchor="b" anchorCtr="0">
            <a:noAutofit/>
          </a:bodyPr>
          <a:lstStyle/>
          <a:p>
            <a:pPr algn="r">
              <a:defRPr/>
            </a:pPr>
            <a:fld id="{80463679-56FA-677F-6B60-E86EB0C34269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6660451" name="Google Shape;85;p1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420687" y="1239837"/>
            <a:ext cx="5959474" cy="3352799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16898089" name="Google Shape;86;p1:notes"/>
          <p:cNvSpPr txBox="1">
            <a:spLocks noGrp="1"/>
          </p:cNvSpPr>
          <p:nvPr>
            <p:ph type="body" idx="1"/>
          </p:nvPr>
        </p:nvSpPr>
        <p:spPr bwMode="auto">
          <a:xfrm>
            <a:off x="679767" y="4777958"/>
            <a:ext cx="5438139" cy="390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1" tIns="47763" rIns="95551" bIns="47763" anchor="t" anchorCtr="0">
            <a:noAutofit/>
          </a:bodyPr>
          <a:lstStyle/>
          <a:p>
            <a:pPr marL="0" indent="0">
              <a:defRPr/>
            </a:pPr>
            <a:endParaRPr/>
          </a:p>
        </p:txBody>
      </p:sp>
      <p:sp>
        <p:nvSpPr>
          <p:cNvPr id="1075758719" name="Google Shape;87;p1:notes"/>
          <p:cNvSpPr txBox="1">
            <a:spLocks noGrp="1"/>
          </p:cNvSpPr>
          <p:nvPr>
            <p:ph type="sldNum" idx="12"/>
          </p:nvPr>
        </p:nvSpPr>
        <p:spPr bwMode="auto">
          <a:xfrm>
            <a:off x="3850443" y="9430092"/>
            <a:ext cx="2945658" cy="498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1" tIns="47763" rIns="95551" bIns="47763" anchor="b" anchorCtr="0">
            <a:noAutofit/>
          </a:bodyPr>
          <a:lstStyle/>
          <a:p>
            <a:pPr algn="r">
              <a:defRPr/>
            </a:pPr>
            <a:fld id="{C158FCB2-BADB-BB48-974B-075ECA6AAAE4}" type="slidenum">
              <a:rPr lang="en-US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90332" name="Google Shape;85;p1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420688" y="1239838"/>
            <a:ext cx="5959475" cy="33528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39313081" name="Google Shape;86;p1:notes"/>
          <p:cNvSpPr txBox="1">
            <a:spLocks noGrp="1"/>
          </p:cNvSpPr>
          <p:nvPr>
            <p:ph type="body" idx="1"/>
          </p:nvPr>
        </p:nvSpPr>
        <p:spPr bwMode="auto">
          <a:xfrm>
            <a:off x="679768" y="4777959"/>
            <a:ext cx="5438140" cy="3909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2" tIns="47763" rIns="95552" bIns="47763" anchor="t" anchorCtr="0">
            <a:noAutofit/>
          </a:bodyPr>
          <a:lstStyle/>
          <a:p>
            <a:pPr marL="0" indent="0">
              <a:defRPr/>
            </a:pPr>
            <a:endParaRPr/>
          </a:p>
        </p:txBody>
      </p:sp>
      <p:sp>
        <p:nvSpPr>
          <p:cNvPr id="1161923824" name="Google Shape;87;p1:notes"/>
          <p:cNvSpPr txBox="1">
            <a:spLocks noGrp="1"/>
          </p:cNvSpPr>
          <p:nvPr>
            <p:ph type="sldNum" idx="12"/>
          </p:nvPr>
        </p:nvSpPr>
        <p:spPr bwMode="auto">
          <a:xfrm>
            <a:off x="3850444" y="9430093"/>
            <a:ext cx="2945659" cy="498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2" tIns="47763" rIns="95552" bIns="47763" anchor="b" anchorCtr="0">
            <a:noAutofit/>
          </a:bodyPr>
          <a:lstStyle/>
          <a:p>
            <a:pPr algn="r">
              <a:defRPr/>
            </a:pPr>
            <a:fld id="{00000000-1234-1234-1234-123412341234}" type="slidenum">
              <a:rPr lang="en-US"/>
              <a:t>14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7064956" name="Google Shape;85;p1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420688" y="1239838"/>
            <a:ext cx="5959475" cy="33528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20070884" name="Google Shape;86;p1:notes"/>
          <p:cNvSpPr txBox="1">
            <a:spLocks noGrp="1"/>
          </p:cNvSpPr>
          <p:nvPr>
            <p:ph type="body" idx="1"/>
          </p:nvPr>
        </p:nvSpPr>
        <p:spPr bwMode="auto">
          <a:xfrm>
            <a:off x="679768" y="4777959"/>
            <a:ext cx="5438140" cy="3909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2" tIns="47763" rIns="95552" bIns="47763" anchor="t" anchorCtr="0">
            <a:noAutofit/>
          </a:bodyPr>
          <a:lstStyle/>
          <a:p>
            <a:pPr marL="0" indent="0">
              <a:defRPr/>
            </a:pPr>
            <a:endParaRPr/>
          </a:p>
        </p:txBody>
      </p:sp>
      <p:sp>
        <p:nvSpPr>
          <p:cNvPr id="895160456" name="Google Shape;87;p1:notes"/>
          <p:cNvSpPr txBox="1">
            <a:spLocks noGrp="1"/>
          </p:cNvSpPr>
          <p:nvPr>
            <p:ph type="sldNum" idx="12"/>
          </p:nvPr>
        </p:nvSpPr>
        <p:spPr bwMode="auto">
          <a:xfrm>
            <a:off x="3850444" y="9430093"/>
            <a:ext cx="2945659" cy="498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2" tIns="47763" rIns="95552" bIns="47763" anchor="b" anchorCtr="0">
            <a:noAutofit/>
          </a:bodyPr>
          <a:lstStyle/>
          <a:p>
            <a:pPr algn="r">
              <a:defRPr/>
            </a:pPr>
            <a:fld id="{00000000-1234-1234-1234-123412341234}" type="slidenum">
              <a:rPr lang="en-US"/>
              <a:t>17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7256119" name="Google Shape;85;p1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420687" y="1239837"/>
            <a:ext cx="5959474" cy="3352799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56149348" name="Google Shape;86;p1:notes"/>
          <p:cNvSpPr txBox="1">
            <a:spLocks noGrp="1"/>
          </p:cNvSpPr>
          <p:nvPr>
            <p:ph type="body" idx="1"/>
          </p:nvPr>
        </p:nvSpPr>
        <p:spPr bwMode="auto">
          <a:xfrm>
            <a:off x="679767" y="4777958"/>
            <a:ext cx="5438139" cy="390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1" tIns="47763" rIns="95551" bIns="47763" anchor="t" anchorCtr="0">
            <a:noAutofit/>
          </a:bodyPr>
          <a:lstStyle/>
          <a:p>
            <a:pPr marL="0" indent="0">
              <a:defRPr/>
            </a:pPr>
            <a:endParaRPr/>
          </a:p>
        </p:txBody>
      </p:sp>
      <p:sp>
        <p:nvSpPr>
          <p:cNvPr id="1996421667" name="Google Shape;87;p1:notes"/>
          <p:cNvSpPr txBox="1">
            <a:spLocks noGrp="1"/>
          </p:cNvSpPr>
          <p:nvPr>
            <p:ph type="sldNum" idx="12"/>
          </p:nvPr>
        </p:nvSpPr>
        <p:spPr bwMode="auto">
          <a:xfrm>
            <a:off x="3850443" y="9430092"/>
            <a:ext cx="2945658" cy="498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1" tIns="47763" rIns="95551" bIns="47763" anchor="b" anchorCtr="0">
            <a:noAutofit/>
          </a:bodyPr>
          <a:lstStyle/>
          <a:p>
            <a:pPr algn="r">
              <a:defRPr/>
            </a:pPr>
            <a:fld id="{EAF1660C-8514-AAAC-6E00-8A8AF1B10B1A}" type="slidenum">
              <a:rPr lang="en-US"/>
              <a:t>17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5285596" name="Google Shape;85;p1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420687" y="1239837"/>
            <a:ext cx="5959474" cy="3352799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5241539" name="Google Shape;86;p1:notes"/>
          <p:cNvSpPr txBox="1">
            <a:spLocks noGrp="1"/>
          </p:cNvSpPr>
          <p:nvPr>
            <p:ph type="body" idx="1"/>
          </p:nvPr>
        </p:nvSpPr>
        <p:spPr bwMode="auto">
          <a:xfrm>
            <a:off x="679767" y="4777958"/>
            <a:ext cx="5438139" cy="390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1" tIns="47763" rIns="95551" bIns="47763" anchor="t" anchorCtr="0">
            <a:noAutofit/>
          </a:bodyPr>
          <a:lstStyle/>
          <a:p>
            <a:pPr marL="0" indent="0">
              <a:defRPr/>
            </a:pPr>
            <a:endParaRPr/>
          </a:p>
        </p:txBody>
      </p:sp>
      <p:sp>
        <p:nvSpPr>
          <p:cNvPr id="1813015720" name="Google Shape;87;p1:notes"/>
          <p:cNvSpPr txBox="1">
            <a:spLocks noGrp="1"/>
          </p:cNvSpPr>
          <p:nvPr>
            <p:ph type="sldNum" idx="12"/>
          </p:nvPr>
        </p:nvSpPr>
        <p:spPr bwMode="auto">
          <a:xfrm>
            <a:off x="3850443" y="9430092"/>
            <a:ext cx="2945658" cy="498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1" tIns="47763" rIns="95551" bIns="47763" anchor="b" anchorCtr="0">
            <a:noAutofit/>
          </a:bodyPr>
          <a:lstStyle/>
          <a:p>
            <a:pPr algn="r">
              <a:defRPr/>
            </a:pPr>
            <a:fld id="{CDE84A84-8C45-A2F9-A60F-588A469A914E}" type="slidenum">
              <a:rPr lang="en-US"/>
              <a:t>17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9316791" name="Google Shape;85;p1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420687" y="1239836"/>
            <a:ext cx="5959473" cy="3352798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47285099" name="Google Shape;86;p1:notes"/>
          <p:cNvSpPr txBox="1">
            <a:spLocks noGrp="1"/>
          </p:cNvSpPr>
          <p:nvPr>
            <p:ph type="body" idx="1"/>
          </p:nvPr>
        </p:nvSpPr>
        <p:spPr bwMode="auto">
          <a:xfrm>
            <a:off x="679766" y="4777957"/>
            <a:ext cx="5438138" cy="39092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0" tIns="47763" rIns="95550" bIns="47763" anchor="t" anchorCtr="0">
            <a:noAutofit/>
          </a:bodyPr>
          <a:lstStyle/>
          <a:p>
            <a:pPr marL="0" indent="0">
              <a:defRPr/>
            </a:pPr>
            <a:endParaRPr/>
          </a:p>
        </p:txBody>
      </p:sp>
      <p:sp>
        <p:nvSpPr>
          <p:cNvPr id="398464739" name="Google Shape;87;p1:notes"/>
          <p:cNvSpPr txBox="1">
            <a:spLocks noGrp="1"/>
          </p:cNvSpPr>
          <p:nvPr>
            <p:ph type="sldNum" idx="12"/>
          </p:nvPr>
        </p:nvSpPr>
        <p:spPr bwMode="auto">
          <a:xfrm>
            <a:off x="3850443" y="9430092"/>
            <a:ext cx="2945657" cy="4981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0" tIns="47763" rIns="95550" bIns="47763" anchor="b" anchorCtr="0">
            <a:noAutofit/>
          </a:bodyPr>
          <a:lstStyle/>
          <a:p>
            <a:pPr algn="r">
              <a:defRPr/>
            </a:pPr>
            <a:fld id="{0A360341-ADFE-903A-DBF1-B78BF1B23F3B}" type="slidenum">
              <a:rPr lang="en-US"/>
              <a:t>17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9204682" name="Google Shape;85;p1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420687" y="1239836"/>
            <a:ext cx="5959473" cy="3352798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31337531" name="Google Shape;86;p1:notes"/>
          <p:cNvSpPr txBox="1">
            <a:spLocks noGrp="1"/>
          </p:cNvSpPr>
          <p:nvPr>
            <p:ph type="body" idx="1"/>
          </p:nvPr>
        </p:nvSpPr>
        <p:spPr bwMode="auto">
          <a:xfrm>
            <a:off x="679766" y="4777957"/>
            <a:ext cx="5438138" cy="39092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0" tIns="47763" rIns="95550" bIns="47763" anchor="t" anchorCtr="0">
            <a:noAutofit/>
          </a:bodyPr>
          <a:lstStyle/>
          <a:p>
            <a:pPr marL="0" indent="0">
              <a:defRPr/>
            </a:pPr>
            <a:endParaRPr/>
          </a:p>
        </p:txBody>
      </p:sp>
      <p:sp>
        <p:nvSpPr>
          <p:cNvPr id="142921339" name="Google Shape;87;p1:notes"/>
          <p:cNvSpPr txBox="1">
            <a:spLocks noGrp="1"/>
          </p:cNvSpPr>
          <p:nvPr>
            <p:ph type="sldNum" idx="12"/>
          </p:nvPr>
        </p:nvSpPr>
        <p:spPr bwMode="auto">
          <a:xfrm>
            <a:off x="3850443" y="9430092"/>
            <a:ext cx="2945657" cy="4981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0" tIns="47763" rIns="95550" bIns="47763" anchor="b" anchorCtr="0">
            <a:noAutofit/>
          </a:bodyPr>
          <a:lstStyle/>
          <a:p>
            <a:pPr algn="r">
              <a:defRPr/>
            </a:pPr>
            <a:fld id="{81ECB21A-61B4-4ED8-44FF-DBB2A8F5CD41}" type="slidenum">
              <a:rPr lang="en-US"/>
              <a:t>17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1027995" name="Google Shape;85;p1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420687" y="1239836"/>
            <a:ext cx="5959473" cy="3352798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5946242" name="Google Shape;86;p1:notes"/>
          <p:cNvSpPr txBox="1">
            <a:spLocks noGrp="1"/>
          </p:cNvSpPr>
          <p:nvPr>
            <p:ph type="body" idx="1"/>
          </p:nvPr>
        </p:nvSpPr>
        <p:spPr bwMode="auto">
          <a:xfrm>
            <a:off x="679766" y="4777957"/>
            <a:ext cx="5438138" cy="39092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0" tIns="47763" rIns="95550" bIns="47763" anchor="t" anchorCtr="0">
            <a:noAutofit/>
          </a:bodyPr>
          <a:lstStyle/>
          <a:p>
            <a:pPr marL="0" indent="0">
              <a:defRPr/>
            </a:pPr>
            <a:endParaRPr/>
          </a:p>
        </p:txBody>
      </p:sp>
      <p:sp>
        <p:nvSpPr>
          <p:cNvPr id="856759576" name="Google Shape;87;p1:notes"/>
          <p:cNvSpPr txBox="1">
            <a:spLocks noGrp="1"/>
          </p:cNvSpPr>
          <p:nvPr>
            <p:ph type="sldNum" idx="12"/>
          </p:nvPr>
        </p:nvSpPr>
        <p:spPr bwMode="auto">
          <a:xfrm>
            <a:off x="3850443" y="9430092"/>
            <a:ext cx="2945657" cy="4981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0" tIns="47763" rIns="95550" bIns="47763" anchor="b" anchorCtr="0">
            <a:noAutofit/>
          </a:bodyPr>
          <a:lstStyle/>
          <a:p>
            <a:pPr algn="r">
              <a:defRPr/>
            </a:pPr>
            <a:fld id="{0053F27C-34DC-1BE8-853D-208508505149}" type="slidenum">
              <a:rPr lang="en-US"/>
              <a:t>17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3963781" name="Google Shape;85;p1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420687" y="1239836"/>
            <a:ext cx="5959473" cy="3352798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9334210" name="Google Shape;86;p1:notes"/>
          <p:cNvSpPr txBox="1">
            <a:spLocks noGrp="1"/>
          </p:cNvSpPr>
          <p:nvPr>
            <p:ph type="body" idx="1"/>
          </p:nvPr>
        </p:nvSpPr>
        <p:spPr bwMode="auto">
          <a:xfrm>
            <a:off x="679766" y="4777957"/>
            <a:ext cx="5438138" cy="39092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0" tIns="47763" rIns="95550" bIns="47763" anchor="t" anchorCtr="0">
            <a:noAutofit/>
          </a:bodyPr>
          <a:lstStyle/>
          <a:p>
            <a:pPr marL="0" indent="0">
              <a:defRPr/>
            </a:pPr>
            <a:endParaRPr/>
          </a:p>
        </p:txBody>
      </p:sp>
      <p:sp>
        <p:nvSpPr>
          <p:cNvPr id="565424770" name="Google Shape;87;p1:notes"/>
          <p:cNvSpPr txBox="1">
            <a:spLocks noGrp="1"/>
          </p:cNvSpPr>
          <p:nvPr>
            <p:ph type="sldNum" idx="12"/>
          </p:nvPr>
        </p:nvSpPr>
        <p:spPr bwMode="auto">
          <a:xfrm>
            <a:off x="3850443" y="9430092"/>
            <a:ext cx="2945657" cy="4981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0" tIns="47763" rIns="95550" bIns="47763" anchor="b" anchorCtr="0">
            <a:noAutofit/>
          </a:bodyPr>
          <a:lstStyle/>
          <a:p>
            <a:pPr algn="r">
              <a:defRPr/>
            </a:pPr>
            <a:fld id="{8847E5DD-D1AE-4154-6C1E-23F2B76193AF}" type="slidenum">
              <a:rPr lang="en-US"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9558813" name="Google Shape;85;p1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420687" y="1239836"/>
            <a:ext cx="5959473" cy="3352798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68090000" name="Google Shape;86;p1:notes"/>
          <p:cNvSpPr txBox="1">
            <a:spLocks noGrp="1"/>
          </p:cNvSpPr>
          <p:nvPr>
            <p:ph type="body" idx="1"/>
          </p:nvPr>
        </p:nvSpPr>
        <p:spPr bwMode="auto">
          <a:xfrm>
            <a:off x="679766" y="4777957"/>
            <a:ext cx="5438138" cy="39092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0" tIns="47763" rIns="95550" bIns="47763" anchor="t" anchorCtr="0">
            <a:noAutofit/>
          </a:bodyPr>
          <a:lstStyle/>
          <a:p>
            <a:pPr marL="0" indent="0">
              <a:defRPr/>
            </a:pPr>
            <a:endParaRPr/>
          </a:p>
        </p:txBody>
      </p:sp>
      <p:sp>
        <p:nvSpPr>
          <p:cNvPr id="1206364879" name="Google Shape;87;p1:notes"/>
          <p:cNvSpPr txBox="1">
            <a:spLocks noGrp="1"/>
          </p:cNvSpPr>
          <p:nvPr>
            <p:ph type="sldNum" idx="12"/>
          </p:nvPr>
        </p:nvSpPr>
        <p:spPr bwMode="auto">
          <a:xfrm>
            <a:off x="3850443" y="9430092"/>
            <a:ext cx="2945657" cy="4981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0" tIns="47763" rIns="95550" bIns="47763" anchor="b" anchorCtr="0">
            <a:noAutofit/>
          </a:bodyPr>
          <a:lstStyle/>
          <a:p>
            <a:pPr algn="r">
              <a:defRPr/>
            </a:pPr>
            <a:fld id="{6D0E3096-1FB5-C982-695C-F0088613EAC3}" type="slidenum">
              <a:rPr lang="en-US"/>
              <a:t>17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9433444" name="Google Shape;85;p1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420687" y="1239836"/>
            <a:ext cx="5959473" cy="3352798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07075519" name="Google Shape;86;p1:notes"/>
          <p:cNvSpPr txBox="1">
            <a:spLocks noGrp="1"/>
          </p:cNvSpPr>
          <p:nvPr>
            <p:ph type="body" idx="1"/>
          </p:nvPr>
        </p:nvSpPr>
        <p:spPr bwMode="auto">
          <a:xfrm>
            <a:off x="679766" y="4777957"/>
            <a:ext cx="5438138" cy="39092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0" tIns="47763" rIns="95550" bIns="47763" anchor="t" anchorCtr="0">
            <a:noAutofit/>
          </a:bodyPr>
          <a:lstStyle/>
          <a:p>
            <a:pPr marL="0" indent="0">
              <a:defRPr/>
            </a:pPr>
            <a:endParaRPr/>
          </a:p>
        </p:txBody>
      </p:sp>
      <p:sp>
        <p:nvSpPr>
          <p:cNvPr id="976560527" name="Google Shape;87;p1:notes"/>
          <p:cNvSpPr txBox="1">
            <a:spLocks noGrp="1"/>
          </p:cNvSpPr>
          <p:nvPr>
            <p:ph type="sldNum" idx="12"/>
          </p:nvPr>
        </p:nvSpPr>
        <p:spPr bwMode="auto">
          <a:xfrm>
            <a:off x="3850443" y="9430092"/>
            <a:ext cx="2945657" cy="4981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0" tIns="47763" rIns="95550" bIns="47763" anchor="b" anchorCtr="0">
            <a:noAutofit/>
          </a:bodyPr>
          <a:lstStyle/>
          <a:p>
            <a:pPr algn="r">
              <a:defRPr/>
            </a:pPr>
            <a:fld id="{22F954D8-09BE-0BE2-CA76-8E33DDF7C0F6}" type="slidenum">
              <a:rPr lang="en-US"/>
              <a:t>17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5143760" name="Google Shape;85;p1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420687" y="1239837"/>
            <a:ext cx="5959474" cy="3352799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2923944" name="Google Shape;86;p1:notes"/>
          <p:cNvSpPr txBox="1">
            <a:spLocks noGrp="1"/>
          </p:cNvSpPr>
          <p:nvPr>
            <p:ph type="body" idx="1"/>
          </p:nvPr>
        </p:nvSpPr>
        <p:spPr bwMode="auto">
          <a:xfrm>
            <a:off x="679767" y="4777958"/>
            <a:ext cx="5438139" cy="390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1" tIns="47763" rIns="95551" bIns="47763" anchor="t" anchorCtr="0">
            <a:noAutofit/>
          </a:bodyPr>
          <a:lstStyle/>
          <a:p>
            <a:pPr marL="0" indent="0">
              <a:defRPr/>
            </a:pPr>
            <a:endParaRPr/>
          </a:p>
        </p:txBody>
      </p:sp>
      <p:sp>
        <p:nvSpPr>
          <p:cNvPr id="934636992" name="Google Shape;87;p1:notes"/>
          <p:cNvSpPr txBox="1">
            <a:spLocks noGrp="1"/>
          </p:cNvSpPr>
          <p:nvPr>
            <p:ph type="sldNum" idx="12"/>
          </p:nvPr>
        </p:nvSpPr>
        <p:spPr bwMode="auto">
          <a:xfrm>
            <a:off x="3850443" y="9430092"/>
            <a:ext cx="2945658" cy="498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1" tIns="47763" rIns="95551" bIns="47763" anchor="b" anchorCtr="0">
            <a:noAutofit/>
          </a:bodyPr>
          <a:lstStyle/>
          <a:p>
            <a:pPr algn="r">
              <a:defRPr/>
            </a:pPr>
            <a:fld id="{8BA8F4D4-20E5-9C8C-51F5-23B137B544CB}" type="slidenum">
              <a:rPr lang="en-US"/>
              <a:t>17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4314369" name="Google Shape;85;p1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420687" y="1239837"/>
            <a:ext cx="5959474" cy="3352799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00987433" name="Google Shape;86;p1:notes"/>
          <p:cNvSpPr txBox="1">
            <a:spLocks noGrp="1"/>
          </p:cNvSpPr>
          <p:nvPr>
            <p:ph type="body" idx="1"/>
          </p:nvPr>
        </p:nvSpPr>
        <p:spPr bwMode="auto">
          <a:xfrm>
            <a:off x="679767" y="4777958"/>
            <a:ext cx="5438139" cy="390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1" tIns="47763" rIns="95551" bIns="47763" anchor="t" anchorCtr="0">
            <a:noAutofit/>
          </a:bodyPr>
          <a:lstStyle/>
          <a:p>
            <a:pPr marL="0" indent="0">
              <a:defRPr/>
            </a:pPr>
            <a:endParaRPr/>
          </a:p>
        </p:txBody>
      </p:sp>
      <p:sp>
        <p:nvSpPr>
          <p:cNvPr id="911399505" name="Google Shape;87;p1:notes"/>
          <p:cNvSpPr txBox="1">
            <a:spLocks noGrp="1"/>
          </p:cNvSpPr>
          <p:nvPr>
            <p:ph type="sldNum" idx="12"/>
          </p:nvPr>
        </p:nvSpPr>
        <p:spPr bwMode="auto">
          <a:xfrm>
            <a:off x="3850443" y="9430092"/>
            <a:ext cx="2945658" cy="498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1" tIns="47763" rIns="95551" bIns="47763" anchor="b" anchorCtr="0">
            <a:noAutofit/>
          </a:bodyPr>
          <a:lstStyle/>
          <a:p>
            <a:pPr algn="r">
              <a:defRPr/>
            </a:pPr>
            <a:fld id="{173E5AB0-5AD8-8955-18CA-9E7E4D4F8F09}" type="slidenum">
              <a:rPr lang="en-US"/>
              <a:t>17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4039280" name="Google Shape;85;p1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420687" y="1239837"/>
            <a:ext cx="5959474" cy="3352799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40819570" name="Google Shape;86;p1:notes"/>
          <p:cNvSpPr txBox="1">
            <a:spLocks noGrp="1"/>
          </p:cNvSpPr>
          <p:nvPr>
            <p:ph type="body" idx="1"/>
          </p:nvPr>
        </p:nvSpPr>
        <p:spPr bwMode="auto">
          <a:xfrm>
            <a:off x="679767" y="4777958"/>
            <a:ext cx="5438139" cy="390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1" tIns="47763" rIns="95551" bIns="47763" anchor="t" anchorCtr="0">
            <a:noAutofit/>
          </a:bodyPr>
          <a:lstStyle/>
          <a:p>
            <a:pPr marL="0" indent="0">
              <a:defRPr/>
            </a:pPr>
            <a:endParaRPr/>
          </a:p>
        </p:txBody>
      </p:sp>
      <p:sp>
        <p:nvSpPr>
          <p:cNvPr id="166982744" name="Google Shape;87;p1:notes"/>
          <p:cNvSpPr txBox="1">
            <a:spLocks noGrp="1"/>
          </p:cNvSpPr>
          <p:nvPr>
            <p:ph type="sldNum" idx="12"/>
          </p:nvPr>
        </p:nvSpPr>
        <p:spPr bwMode="auto">
          <a:xfrm>
            <a:off x="3850443" y="9430092"/>
            <a:ext cx="2945658" cy="498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1" tIns="47763" rIns="95551" bIns="47763" anchor="b" anchorCtr="0">
            <a:noAutofit/>
          </a:bodyPr>
          <a:lstStyle/>
          <a:p>
            <a:pPr algn="r">
              <a:defRPr/>
            </a:pPr>
            <a:fld id="{1BAB279D-BFE1-1F2A-EF41-B87D86EB96F3}" type="slidenum">
              <a:rPr lang="en-US"/>
              <a:t>17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5556298" name="Google Shape;85;p1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420687" y="1239837"/>
            <a:ext cx="5959474" cy="3352799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8452295" name="Google Shape;86;p1:notes"/>
          <p:cNvSpPr txBox="1">
            <a:spLocks noGrp="1"/>
          </p:cNvSpPr>
          <p:nvPr>
            <p:ph type="body" idx="1"/>
          </p:nvPr>
        </p:nvSpPr>
        <p:spPr bwMode="auto">
          <a:xfrm>
            <a:off x="679767" y="4777958"/>
            <a:ext cx="5438139" cy="390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1" tIns="47763" rIns="95551" bIns="47763" anchor="t" anchorCtr="0">
            <a:noAutofit/>
          </a:bodyPr>
          <a:lstStyle/>
          <a:p>
            <a:pPr marL="0" indent="0">
              <a:defRPr/>
            </a:pPr>
            <a:endParaRPr/>
          </a:p>
        </p:txBody>
      </p:sp>
      <p:sp>
        <p:nvSpPr>
          <p:cNvPr id="316046739" name="Google Shape;87;p1:notes"/>
          <p:cNvSpPr txBox="1">
            <a:spLocks noGrp="1"/>
          </p:cNvSpPr>
          <p:nvPr>
            <p:ph type="sldNum" idx="12"/>
          </p:nvPr>
        </p:nvSpPr>
        <p:spPr bwMode="auto">
          <a:xfrm>
            <a:off x="3850443" y="9430092"/>
            <a:ext cx="2945658" cy="498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1" tIns="47763" rIns="95551" bIns="47763" anchor="b" anchorCtr="0">
            <a:noAutofit/>
          </a:bodyPr>
          <a:lstStyle/>
          <a:p>
            <a:pPr algn="r">
              <a:defRPr/>
            </a:pPr>
            <a:fld id="{8A7E005B-7A93-0672-0DE8-9FCFDE5808C1}" type="slidenum">
              <a:rPr lang="en-US"/>
              <a:t>17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3068569" name="Google Shape;85;p1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420687" y="1239837"/>
            <a:ext cx="5959474" cy="3352799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34061979" name="Google Shape;86;p1:notes"/>
          <p:cNvSpPr txBox="1">
            <a:spLocks noGrp="1"/>
          </p:cNvSpPr>
          <p:nvPr>
            <p:ph type="body" idx="1"/>
          </p:nvPr>
        </p:nvSpPr>
        <p:spPr bwMode="auto">
          <a:xfrm>
            <a:off x="679767" y="4777958"/>
            <a:ext cx="5438139" cy="390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1" tIns="47763" rIns="95551" bIns="47763" anchor="t" anchorCtr="0">
            <a:noAutofit/>
          </a:bodyPr>
          <a:lstStyle/>
          <a:p>
            <a:pPr marL="0" indent="0">
              <a:defRPr/>
            </a:pPr>
            <a:endParaRPr/>
          </a:p>
        </p:txBody>
      </p:sp>
      <p:sp>
        <p:nvSpPr>
          <p:cNvPr id="1938053127" name="Google Shape;87;p1:notes"/>
          <p:cNvSpPr txBox="1">
            <a:spLocks noGrp="1"/>
          </p:cNvSpPr>
          <p:nvPr>
            <p:ph type="sldNum" idx="12"/>
          </p:nvPr>
        </p:nvSpPr>
        <p:spPr bwMode="auto">
          <a:xfrm>
            <a:off x="3850443" y="9430092"/>
            <a:ext cx="2945658" cy="498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1" tIns="47763" rIns="95551" bIns="47763" anchor="b" anchorCtr="0">
            <a:noAutofit/>
          </a:bodyPr>
          <a:lstStyle/>
          <a:p>
            <a:pPr algn="r">
              <a:defRPr/>
            </a:pPr>
            <a:fld id="{2B0126DC-D84E-AC8F-69E4-257DFCD2B7EA}" type="slidenum">
              <a:rPr lang="en-US"/>
              <a:t>17</a:t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6490107" name="Google Shape;85;p1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420687" y="1239837"/>
            <a:ext cx="5959474" cy="3352799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81555369" name="Google Shape;86;p1:notes"/>
          <p:cNvSpPr txBox="1">
            <a:spLocks noGrp="1"/>
          </p:cNvSpPr>
          <p:nvPr>
            <p:ph type="body" idx="1"/>
          </p:nvPr>
        </p:nvSpPr>
        <p:spPr bwMode="auto">
          <a:xfrm>
            <a:off x="679767" y="4777958"/>
            <a:ext cx="5438139" cy="390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1" tIns="47763" rIns="95551" bIns="47763" anchor="t" anchorCtr="0">
            <a:noAutofit/>
          </a:bodyPr>
          <a:lstStyle/>
          <a:p>
            <a:pPr marL="0" indent="0">
              <a:defRPr/>
            </a:pPr>
            <a:endParaRPr/>
          </a:p>
        </p:txBody>
      </p:sp>
      <p:sp>
        <p:nvSpPr>
          <p:cNvPr id="1274265959" name="Google Shape;87;p1:notes"/>
          <p:cNvSpPr txBox="1">
            <a:spLocks noGrp="1"/>
          </p:cNvSpPr>
          <p:nvPr>
            <p:ph type="sldNum" idx="12"/>
          </p:nvPr>
        </p:nvSpPr>
        <p:spPr bwMode="auto">
          <a:xfrm>
            <a:off x="3850443" y="9430092"/>
            <a:ext cx="2945658" cy="498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1" tIns="47763" rIns="95551" bIns="47763" anchor="b" anchorCtr="0">
            <a:noAutofit/>
          </a:bodyPr>
          <a:lstStyle/>
          <a:p>
            <a:pPr algn="r">
              <a:defRPr/>
            </a:pPr>
            <a:fld id="{D26B467D-97FC-8DB0-8060-B469D1803EAD}" type="slidenum">
              <a:rPr lang="en-US"/>
              <a:t>17</a:t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2332349" name="Google Shape;85;p1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420687" y="1239837"/>
            <a:ext cx="5959474" cy="3352799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08447644" name="Google Shape;86;p1:notes"/>
          <p:cNvSpPr txBox="1">
            <a:spLocks noGrp="1"/>
          </p:cNvSpPr>
          <p:nvPr>
            <p:ph type="body" idx="1"/>
          </p:nvPr>
        </p:nvSpPr>
        <p:spPr bwMode="auto">
          <a:xfrm>
            <a:off x="679767" y="4777958"/>
            <a:ext cx="5438139" cy="390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1" tIns="47763" rIns="95551" bIns="47763" anchor="t" anchorCtr="0">
            <a:noAutofit/>
          </a:bodyPr>
          <a:lstStyle/>
          <a:p>
            <a:pPr marL="0" indent="0">
              <a:defRPr/>
            </a:pPr>
            <a:endParaRPr/>
          </a:p>
        </p:txBody>
      </p:sp>
      <p:sp>
        <p:nvSpPr>
          <p:cNvPr id="1320487895" name="Google Shape;87;p1:notes"/>
          <p:cNvSpPr txBox="1">
            <a:spLocks noGrp="1"/>
          </p:cNvSpPr>
          <p:nvPr>
            <p:ph type="sldNum" idx="12"/>
          </p:nvPr>
        </p:nvSpPr>
        <p:spPr bwMode="auto">
          <a:xfrm>
            <a:off x="3850443" y="9430092"/>
            <a:ext cx="2945658" cy="498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1" tIns="47763" rIns="95551" bIns="47763" anchor="b" anchorCtr="0">
            <a:noAutofit/>
          </a:bodyPr>
          <a:lstStyle/>
          <a:p>
            <a:pPr algn="r">
              <a:defRPr/>
            </a:pPr>
            <a:fld id="{1C926357-19BE-45E8-4D15-49C178ECFD5E}" type="slidenum">
              <a:rPr lang="en-US"/>
              <a:t>17</a:t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0544685" name="Google Shape;85;p1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420687" y="1239837"/>
            <a:ext cx="5959474" cy="3352799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3727688" name="Google Shape;86;p1:notes"/>
          <p:cNvSpPr txBox="1">
            <a:spLocks noGrp="1"/>
          </p:cNvSpPr>
          <p:nvPr>
            <p:ph type="body" idx="1"/>
          </p:nvPr>
        </p:nvSpPr>
        <p:spPr bwMode="auto">
          <a:xfrm>
            <a:off x="679767" y="4777958"/>
            <a:ext cx="5438139" cy="390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1" tIns="47763" rIns="95551" bIns="47763" anchor="t" anchorCtr="0">
            <a:noAutofit/>
          </a:bodyPr>
          <a:lstStyle/>
          <a:p>
            <a:pPr marL="0" indent="0">
              <a:defRPr/>
            </a:pPr>
            <a:endParaRPr/>
          </a:p>
        </p:txBody>
      </p:sp>
      <p:sp>
        <p:nvSpPr>
          <p:cNvPr id="1886423941" name="Google Shape;87;p1:notes"/>
          <p:cNvSpPr txBox="1">
            <a:spLocks noGrp="1"/>
          </p:cNvSpPr>
          <p:nvPr>
            <p:ph type="sldNum" idx="12"/>
          </p:nvPr>
        </p:nvSpPr>
        <p:spPr bwMode="auto">
          <a:xfrm>
            <a:off x="3850443" y="9430092"/>
            <a:ext cx="2945658" cy="498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1" tIns="47763" rIns="95551" bIns="47763" anchor="b" anchorCtr="0">
            <a:noAutofit/>
          </a:bodyPr>
          <a:lstStyle/>
          <a:p>
            <a:pPr algn="r">
              <a:defRPr/>
            </a:pPr>
            <a:fld id="{05EE4DEC-D678-1AB0-024B-16479D74FED0}" type="slidenum">
              <a:rPr lang="en-US"/>
              <a:t>17</a:t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5216501" name="Google Shape;85;p1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420687" y="1239837"/>
            <a:ext cx="5959474" cy="3352799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89564713" name="Google Shape;86;p1:notes"/>
          <p:cNvSpPr txBox="1">
            <a:spLocks noGrp="1"/>
          </p:cNvSpPr>
          <p:nvPr>
            <p:ph type="body" idx="1"/>
          </p:nvPr>
        </p:nvSpPr>
        <p:spPr bwMode="auto">
          <a:xfrm>
            <a:off x="679767" y="4777958"/>
            <a:ext cx="5438139" cy="390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1" tIns="47763" rIns="95551" bIns="47763" anchor="t" anchorCtr="0">
            <a:noAutofit/>
          </a:bodyPr>
          <a:lstStyle/>
          <a:p>
            <a:pPr marL="0" indent="0">
              <a:defRPr/>
            </a:pPr>
            <a:endParaRPr/>
          </a:p>
        </p:txBody>
      </p:sp>
      <p:sp>
        <p:nvSpPr>
          <p:cNvPr id="877947432" name="Google Shape;87;p1:notes"/>
          <p:cNvSpPr txBox="1">
            <a:spLocks noGrp="1"/>
          </p:cNvSpPr>
          <p:nvPr>
            <p:ph type="sldNum" idx="12"/>
          </p:nvPr>
        </p:nvSpPr>
        <p:spPr bwMode="auto">
          <a:xfrm>
            <a:off x="3850443" y="9430092"/>
            <a:ext cx="2945658" cy="498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1" tIns="47763" rIns="95551" bIns="47763" anchor="b" anchorCtr="0">
            <a:noAutofit/>
          </a:bodyPr>
          <a:lstStyle/>
          <a:p>
            <a:pPr algn="r">
              <a:defRPr/>
            </a:pPr>
            <a:fld id="{EC5863DD-824D-16EE-170D-05631255FA79}" type="slidenum">
              <a:rPr lang="en-US"/>
              <a:t>17</a:t>
            </a:fld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9025552" name="Google Shape;85;p1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420687" y="1239837"/>
            <a:ext cx="5959474" cy="3352799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97557252" name="Google Shape;86;p1:notes"/>
          <p:cNvSpPr txBox="1">
            <a:spLocks noGrp="1"/>
          </p:cNvSpPr>
          <p:nvPr>
            <p:ph type="body" idx="1"/>
          </p:nvPr>
        </p:nvSpPr>
        <p:spPr bwMode="auto">
          <a:xfrm>
            <a:off x="679767" y="4777958"/>
            <a:ext cx="5438139" cy="390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1" tIns="47763" rIns="95551" bIns="47763" anchor="t" anchorCtr="0">
            <a:noAutofit/>
          </a:bodyPr>
          <a:lstStyle/>
          <a:p>
            <a:pPr marL="0" indent="0">
              <a:defRPr/>
            </a:pPr>
            <a:endParaRPr/>
          </a:p>
        </p:txBody>
      </p:sp>
      <p:sp>
        <p:nvSpPr>
          <p:cNvPr id="2115777308" name="Google Shape;87;p1:notes"/>
          <p:cNvSpPr txBox="1">
            <a:spLocks noGrp="1"/>
          </p:cNvSpPr>
          <p:nvPr>
            <p:ph type="sldNum" idx="12"/>
          </p:nvPr>
        </p:nvSpPr>
        <p:spPr bwMode="auto">
          <a:xfrm>
            <a:off x="3850443" y="9430092"/>
            <a:ext cx="2945658" cy="498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1" tIns="47763" rIns="95551" bIns="47763" anchor="b" anchorCtr="0">
            <a:noAutofit/>
          </a:bodyPr>
          <a:lstStyle/>
          <a:p>
            <a:pPr algn="r">
              <a:defRPr/>
            </a:pPr>
            <a:fld id="{54FF7613-7368-64B1-D223-66F4CAFB333F}" type="slidenum">
              <a:rPr lang="en-US"/>
              <a:t>17</a:t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6767630" name="Google Shape;85;p1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420687" y="1239837"/>
            <a:ext cx="5959474" cy="3352799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29641066" name="Google Shape;86;p1:notes"/>
          <p:cNvSpPr txBox="1">
            <a:spLocks noGrp="1"/>
          </p:cNvSpPr>
          <p:nvPr>
            <p:ph type="body" idx="1"/>
          </p:nvPr>
        </p:nvSpPr>
        <p:spPr bwMode="auto">
          <a:xfrm>
            <a:off x="679767" y="4777958"/>
            <a:ext cx="5438139" cy="390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1" tIns="47763" rIns="95551" bIns="47763" anchor="t" anchorCtr="0">
            <a:noAutofit/>
          </a:bodyPr>
          <a:lstStyle/>
          <a:p>
            <a:pPr marL="0" indent="0">
              <a:defRPr/>
            </a:pPr>
            <a:endParaRPr/>
          </a:p>
        </p:txBody>
      </p:sp>
      <p:sp>
        <p:nvSpPr>
          <p:cNvPr id="157637961" name="Google Shape;87;p1:notes"/>
          <p:cNvSpPr txBox="1">
            <a:spLocks noGrp="1"/>
          </p:cNvSpPr>
          <p:nvPr>
            <p:ph type="sldNum" idx="12"/>
          </p:nvPr>
        </p:nvSpPr>
        <p:spPr bwMode="auto">
          <a:xfrm>
            <a:off x="3850443" y="9430092"/>
            <a:ext cx="2945658" cy="498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1" tIns="47763" rIns="95551" bIns="47763" anchor="b" anchorCtr="0">
            <a:noAutofit/>
          </a:bodyPr>
          <a:lstStyle/>
          <a:p>
            <a:pPr algn="r">
              <a:defRPr/>
            </a:pPr>
            <a:fld id="{6347260B-71E6-BEDA-D9F4-BA0D9B74D263}" type="slidenum">
              <a:rPr lang="en-US"/>
              <a:t>17</a:t>
            </a:fld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4067285" name="Google Shape;85;p1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420687" y="1239837"/>
            <a:ext cx="5959474" cy="3352799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02315319" name="Google Shape;86;p1:notes"/>
          <p:cNvSpPr txBox="1">
            <a:spLocks noGrp="1"/>
          </p:cNvSpPr>
          <p:nvPr>
            <p:ph type="body" idx="1"/>
          </p:nvPr>
        </p:nvSpPr>
        <p:spPr bwMode="auto">
          <a:xfrm>
            <a:off x="679767" y="4777958"/>
            <a:ext cx="5438139" cy="390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1" tIns="47763" rIns="95551" bIns="47763" anchor="t" anchorCtr="0">
            <a:noAutofit/>
          </a:bodyPr>
          <a:lstStyle/>
          <a:p>
            <a:pPr marL="0" indent="0">
              <a:defRPr/>
            </a:pPr>
            <a:endParaRPr/>
          </a:p>
        </p:txBody>
      </p:sp>
      <p:sp>
        <p:nvSpPr>
          <p:cNvPr id="787338677" name="Google Shape;87;p1:notes"/>
          <p:cNvSpPr txBox="1">
            <a:spLocks noGrp="1"/>
          </p:cNvSpPr>
          <p:nvPr>
            <p:ph type="sldNum" idx="12"/>
          </p:nvPr>
        </p:nvSpPr>
        <p:spPr bwMode="auto">
          <a:xfrm>
            <a:off x="3850443" y="9430092"/>
            <a:ext cx="2945658" cy="498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1" tIns="47763" rIns="95551" bIns="47763" anchor="b" anchorCtr="0">
            <a:noAutofit/>
          </a:bodyPr>
          <a:lstStyle/>
          <a:p>
            <a:pPr algn="r">
              <a:defRPr/>
            </a:pPr>
            <a:fld id="{3D2FB1F2-84B0-F0FC-2504-C9CEFCE91D8E}" type="slidenum">
              <a:rPr lang="en-US"/>
              <a:t>17</a:t>
            </a:fld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2373140" name="Google Shape;85;p1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420687" y="1239837"/>
            <a:ext cx="5959474" cy="3352799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14379025" name="Google Shape;86;p1:notes"/>
          <p:cNvSpPr txBox="1">
            <a:spLocks noGrp="1"/>
          </p:cNvSpPr>
          <p:nvPr>
            <p:ph type="body" idx="1"/>
          </p:nvPr>
        </p:nvSpPr>
        <p:spPr bwMode="auto">
          <a:xfrm>
            <a:off x="679767" y="4777958"/>
            <a:ext cx="5438139" cy="390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1" tIns="47763" rIns="95551" bIns="47763" anchor="t" anchorCtr="0">
            <a:noAutofit/>
          </a:bodyPr>
          <a:lstStyle/>
          <a:p>
            <a:pPr marL="0" indent="0">
              <a:defRPr/>
            </a:pPr>
            <a:endParaRPr/>
          </a:p>
        </p:txBody>
      </p:sp>
      <p:sp>
        <p:nvSpPr>
          <p:cNvPr id="1115174435" name="Google Shape;87;p1:notes"/>
          <p:cNvSpPr txBox="1">
            <a:spLocks noGrp="1"/>
          </p:cNvSpPr>
          <p:nvPr>
            <p:ph type="sldNum" idx="12"/>
          </p:nvPr>
        </p:nvSpPr>
        <p:spPr bwMode="auto">
          <a:xfrm>
            <a:off x="3850443" y="9430092"/>
            <a:ext cx="2945658" cy="498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1" tIns="47763" rIns="95551" bIns="47763" anchor="b" anchorCtr="0">
            <a:noAutofit/>
          </a:bodyPr>
          <a:lstStyle/>
          <a:p>
            <a:pPr algn="r">
              <a:defRPr/>
            </a:pPr>
            <a:fld id="{227B3916-66DE-B605-D8A3-81FABEDF7D52}" type="slidenum">
              <a:rPr lang="en-US"/>
              <a:t>17</a:t>
            </a:fld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1146804" name="Google Shape;85;p1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420687" y="1239837"/>
            <a:ext cx="5959474" cy="3352799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06055099" name="Google Shape;86;p1:notes"/>
          <p:cNvSpPr txBox="1">
            <a:spLocks noGrp="1"/>
          </p:cNvSpPr>
          <p:nvPr>
            <p:ph type="body" idx="1"/>
          </p:nvPr>
        </p:nvSpPr>
        <p:spPr bwMode="auto">
          <a:xfrm>
            <a:off x="679767" y="4777958"/>
            <a:ext cx="5438139" cy="390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1" tIns="47763" rIns="95551" bIns="47763" anchor="t" anchorCtr="0">
            <a:noAutofit/>
          </a:bodyPr>
          <a:lstStyle/>
          <a:p>
            <a:pPr marL="0" indent="0">
              <a:defRPr/>
            </a:pPr>
            <a:endParaRPr/>
          </a:p>
        </p:txBody>
      </p:sp>
      <p:sp>
        <p:nvSpPr>
          <p:cNvPr id="1721302719" name="Google Shape;87;p1:notes"/>
          <p:cNvSpPr txBox="1">
            <a:spLocks noGrp="1"/>
          </p:cNvSpPr>
          <p:nvPr>
            <p:ph type="sldNum" idx="12"/>
          </p:nvPr>
        </p:nvSpPr>
        <p:spPr bwMode="auto">
          <a:xfrm>
            <a:off x="3850443" y="9430092"/>
            <a:ext cx="2945658" cy="498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1" tIns="47763" rIns="95551" bIns="47763" anchor="b" anchorCtr="0">
            <a:noAutofit/>
          </a:bodyPr>
          <a:lstStyle/>
          <a:p>
            <a:pPr algn="r">
              <a:defRPr/>
            </a:pPr>
            <a:fld id="{29E1A32A-D517-A927-5277-D006C91C0FD1}" type="slidenum">
              <a:rPr lang="en-US"/>
              <a:t>17</a:t>
            </a:fld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4311704" name="Google Shape;85;p1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420687" y="1239837"/>
            <a:ext cx="5959474" cy="3352799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01703221" name="Google Shape;86;p1:notes"/>
          <p:cNvSpPr txBox="1">
            <a:spLocks noGrp="1"/>
          </p:cNvSpPr>
          <p:nvPr>
            <p:ph type="body" idx="1"/>
          </p:nvPr>
        </p:nvSpPr>
        <p:spPr bwMode="auto">
          <a:xfrm>
            <a:off x="679767" y="4777958"/>
            <a:ext cx="5438139" cy="390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1" tIns="47763" rIns="95551" bIns="47763" anchor="t" anchorCtr="0">
            <a:noAutofit/>
          </a:bodyPr>
          <a:lstStyle/>
          <a:p>
            <a:pPr marL="0" indent="0">
              <a:defRPr/>
            </a:pPr>
            <a:endParaRPr/>
          </a:p>
        </p:txBody>
      </p:sp>
      <p:sp>
        <p:nvSpPr>
          <p:cNvPr id="241734581" name="Google Shape;87;p1:notes"/>
          <p:cNvSpPr txBox="1">
            <a:spLocks noGrp="1"/>
          </p:cNvSpPr>
          <p:nvPr>
            <p:ph type="sldNum" idx="12"/>
          </p:nvPr>
        </p:nvSpPr>
        <p:spPr bwMode="auto">
          <a:xfrm>
            <a:off x="3850443" y="9430092"/>
            <a:ext cx="2945658" cy="498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1" tIns="47763" rIns="95551" bIns="47763" anchor="b" anchorCtr="0">
            <a:noAutofit/>
          </a:bodyPr>
          <a:lstStyle/>
          <a:p>
            <a:pPr algn="r">
              <a:defRPr/>
            </a:pPr>
            <a:fld id="{A48F2E10-0832-BE71-2901-CBFB4DDFA3BD}" type="slidenum">
              <a:rPr lang="en-US"/>
              <a:t>17</a:t>
            </a:fld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196509" name="Google Shape;85;p1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420687" y="1239837"/>
            <a:ext cx="5959474" cy="3352799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19367195" name="Google Shape;86;p1:notes"/>
          <p:cNvSpPr txBox="1">
            <a:spLocks noGrp="1"/>
          </p:cNvSpPr>
          <p:nvPr>
            <p:ph type="body" idx="1"/>
          </p:nvPr>
        </p:nvSpPr>
        <p:spPr bwMode="auto">
          <a:xfrm>
            <a:off x="679767" y="4777958"/>
            <a:ext cx="5438139" cy="390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1" tIns="47763" rIns="95551" bIns="47763" anchor="t" anchorCtr="0">
            <a:noAutofit/>
          </a:bodyPr>
          <a:lstStyle/>
          <a:p>
            <a:pPr marL="0" indent="0">
              <a:defRPr/>
            </a:pPr>
            <a:endParaRPr/>
          </a:p>
        </p:txBody>
      </p:sp>
      <p:sp>
        <p:nvSpPr>
          <p:cNvPr id="2052634882" name="Google Shape;87;p1:notes"/>
          <p:cNvSpPr txBox="1">
            <a:spLocks noGrp="1"/>
          </p:cNvSpPr>
          <p:nvPr>
            <p:ph type="sldNum" idx="12"/>
          </p:nvPr>
        </p:nvSpPr>
        <p:spPr bwMode="auto">
          <a:xfrm>
            <a:off x="3850443" y="9430092"/>
            <a:ext cx="2945658" cy="498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1" tIns="47763" rIns="95551" bIns="47763" anchor="b" anchorCtr="0">
            <a:noAutofit/>
          </a:bodyPr>
          <a:lstStyle/>
          <a:p>
            <a:pPr algn="r">
              <a:defRPr/>
            </a:pPr>
            <a:fld id="{D0EB5B87-C789-217A-642A-07E929DECEDC}" type="slidenum">
              <a:rPr lang="en-US"/>
              <a:t>17</a:t>
            </a:fld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2871082" name="Google Shape;85;p1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420687" y="1239837"/>
            <a:ext cx="5959474" cy="3352799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24742959" name="Google Shape;86;p1:notes"/>
          <p:cNvSpPr txBox="1">
            <a:spLocks noGrp="1"/>
          </p:cNvSpPr>
          <p:nvPr>
            <p:ph type="body" idx="1"/>
          </p:nvPr>
        </p:nvSpPr>
        <p:spPr bwMode="auto">
          <a:xfrm>
            <a:off x="679767" y="4777958"/>
            <a:ext cx="5438139" cy="390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1" tIns="47763" rIns="95551" bIns="47763" anchor="t" anchorCtr="0">
            <a:noAutofit/>
          </a:bodyPr>
          <a:lstStyle/>
          <a:p>
            <a:pPr marL="0" indent="0">
              <a:defRPr/>
            </a:pPr>
            <a:endParaRPr/>
          </a:p>
        </p:txBody>
      </p:sp>
      <p:sp>
        <p:nvSpPr>
          <p:cNvPr id="1668633172" name="Google Shape;87;p1:notes"/>
          <p:cNvSpPr txBox="1">
            <a:spLocks noGrp="1"/>
          </p:cNvSpPr>
          <p:nvPr>
            <p:ph type="sldNum" idx="12"/>
          </p:nvPr>
        </p:nvSpPr>
        <p:spPr bwMode="auto">
          <a:xfrm>
            <a:off x="3850443" y="9430092"/>
            <a:ext cx="2945658" cy="498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1" tIns="47763" rIns="95551" bIns="47763" anchor="b" anchorCtr="0">
            <a:noAutofit/>
          </a:bodyPr>
          <a:lstStyle/>
          <a:p>
            <a:pPr algn="r">
              <a:defRPr/>
            </a:pPr>
            <a:fld id="{7B419028-5B77-D8D4-0ACB-B6E28AC38D04}" type="slidenum">
              <a:rPr lang="en-US"/>
              <a:t>17</a:t>
            </a:fld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7164106" name="Google Shape;85;p1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420687" y="1239837"/>
            <a:ext cx="5959474" cy="3352799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08976121" name="Google Shape;86;p1:notes"/>
          <p:cNvSpPr txBox="1">
            <a:spLocks noGrp="1"/>
          </p:cNvSpPr>
          <p:nvPr>
            <p:ph type="body" idx="1"/>
          </p:nvPr>
        </p:nvSpPr>
        <p:spPr bwMode="auto">
          <a:xfrm>
            <a:off x="679767" y="4777958"/>
            <a:ext cx="5438139" cy="390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1" tIns="47763" rIns="95551" bIns="47763" anchor="t" anchorCtr="0">
            <a:noAutofit/>
          </a:bodyPr>
          <a:lstStyle/>
          <a:p>
            <a:pPr marL="0" indent="0">
              <a:defRPr/>
            </a:pPr>
            <a:endParaRPr/>
          </a:p>
        </p:txBody>
      </p:sp>
      <p:sp>
        <p:nvSpPr>
          <p:cNvPr id="703182904" name="Google Shape;87;p1:notes"/>
          <p:cNvSpPr txBox="1">
            <a:spLocks noGrp="1"/>
          </p:cNvSpPr>
          <p:nvPr>
            <p:ph type="sldNum" idx="12"/>
          </p:nvPr>
        </p:nvSpPr>
        <p:spPr bwMode="auto">
          <a:xfrm>
            <a:off x="3850443" y="9430092"/>
            <a:ext cx="2945658" cy="498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1" tIns="47763" rIns="95551" bIns="47763" anchor="b" anchorCtr="0">
            <a:noAutofit/>
          </a:bodyPr>
          <a:lstStyle/>
          <a:p>
            <a:pPr algn="r">
              <a:defRPr/>
            </a:pPr>
            <a:fld id="{0B9C7932-04B1-2698-EFED-7CF4F7C4399A}" type="slidenum">
              <a:rPr lang="en-US"/>
              <a:t>17</a:t>
            </a:fld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0595061" name="Google Shape;85;p1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420687" y="1239837"/>
            <a:ext cx="5959474" cy="3352799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97083966" name="Google Shape;86;p1:notes"/>
          <p:cNvSpPr txBox="1">
            <a:spLocks noGrp="1"/>
          </p:cNvSpPr>
          <p:nvPr>
            <p:ph type="body" idx="1"/>
          </p:nvPr>
        </p:nvSpPr>
        <p:spPr bwMode="auto">
          <a:xfrm>
            <a:off x="679767" y="4777958"/>
            <a:ext cx="5438139" cy="390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1" tIns="47763" rIns="95551" bIns="47763" anchor="t" anchorCtr="0">
            <a:noAutofit/>
          </a:bodyPr>
          <a:lstStyle/>
          <a:p>
            <a:pPr marL="0" indent="0">
              <a:defRPr/>
            </a:pPr>
            <a:endParaRPr/>
          </a:p>
        </p:txBody>
      </p:sp>
      <p:sp>
        <p:nvSpPr>
          <p:cNvPr id="1399820952" name="Google Shape;87;p1:notes"/>
          <p:cNvSpPr txBox="1">
            <a:spLocks noGrp="1"/>
          </p:cNvSpPr>
          <p:nvPr>
            <p:ph type="sldNum" idx="12"/>
          </p:nvPr>
        </p:nvSpPr>
        <p:spPr bwMode="auto">
          <a:xfrm>
            <a:off x="3850443" y="9430092"/>
            <a:ext cx="2945658" cy="498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1" tIns="47763" rIns="95551" bIns="47763" anchor="b" anchorCtr="0">
            <a:noAutofit/>
          </a:bodyPr>
          <a:lstStyle/>
          <a:p>
            <a:pPr algn="r">
              <a:defRPr/>
            </a:pPr>
            <a:fld id="{4F420A90-4A0A-F10D-1FDF-2288107377C2}" type="slidenum">
              <a:rPr lang="en-US"/>
              <a:t>17</a:t>
            </a:fld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4614307" name="Google Shape;85;p1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420687" y="1239837"/>
            <a:ext cx="5959474" cy="3352799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91225011" name="Google Shape;86;p1:notes"/>
          <p:cNvSpPr txBox="1">
            <a:spLocks noGrp="1"/>
          </p:cNvSpPr>
          <p:nvPr>
            <p:ph type="body" idx="1"/>
          </p:nvPr>
        </p:nvSpPr>
        <p:spPr bwMode="auto">
          <a:xfrm>
            <a:off x="679767" y="4777958"/>
            <a:ext cx="5438139" cy="390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1" tIns="47763" rIns="95551" bIns="47763" anchor="t" anchorCtr="0">
            <a:noAutofit/>
          </a:bodyPr>
          <a:lstStyle/>
          <a:p>
            <a:pPr marL="0" indent="0">
              <a:defRPr/>
            </a:pPr>
            <a:endParaRPr/>
          </a:p>
        </p:txBody>
      </p:sp>
      <p:sp>
        <p:nvSpPr>
          <p:cNvPr id="1716695471" name="Google Shape;87;p1:notes"/>
          <p:cNvSpPr txBox="1">
            <a:spLocks noGrp="1"/>
          </p:cNvSpPr>
          <p:nvPr>
            <p:ph type="sldNum" idx="12"/>
          </p:nvPr>
        </p:nvSpPr>
        <p:spPr bwMode="auto">
          <a:xfrm>
            <a:off x="3850443" y="9430092"/>
            <a:ext cx="2945658" cy="498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1" tIns="47763" rIns="95551" bIns="47763" anchor="b" anchorCtr="0">
            <a:noAutofit/>
          </a:bodyPr>
          <a:lstStyle/>
          <a:p>
            <a:pPr algn="r">
              <a:defRPr/>
            </a:pPr>
            <a:fld id="{8120CAF6-2BA9-E370-7F7C-B373B9A7A125}" type="slidenum">
              <a:rPr lang="en-US"/>
              <a:t>17</a:t>
            </a:fld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3907773" name="Google Shape;85;p1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420687" y="1239837"/>
            <a:ext cx="5959474" cy="3352799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26446294" name="Google Shape;86;p1:notes"/>
          <p:cNvSpPr txBox="1">
            <a:spLocks noGrp="1"/>
          </p:cNvSpPr>
          <p:nvPr>
            <p:ph type="body" idx="1"/>
          </p:nvPr>
        </p:nvSpPr>
        <p:spPr bwMode="auto">
          <a:xfrm>
            <a:off x="679767" y="4777958"/>
            <a:ext cx="5438139" cy="390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1" tIns="47763" rIns="95551" bIns="47763" anchor="t" anchorCtr="0">
            <a:noAutofit/>
          </a:bodyPr>
          <a:lstStyle/>
          <a:p>
            <a:pPr marL="0" indent="0">
              <a:defRPr/>
            </a:pPr>
            <a:endParaRPr/>
          </a:p>
        </p:txBody>
      </p:sp>
      <p:sp>
        <p:nvSpPr>
          <p:cNvPr id="1140019019" name="Google Shape;87;p1:notes"/>
          <p:cNvSpPr txBox="1">
            <a:spLocks noGrp="1"/>
          </p:cNvSpPr>
          <p:nvPr>
            <p:ph type="sldNum" idx="12"/>
          </p:nvPr>
        </p:nvSpPr>
        <p:spPr bwMode="auto">
          <a:xfrm>
            <a:off x="3850443" y="9430092"/>
            <a:ext cx="2945658" cy="498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1" tIns="47763" rIns="95551" bIns="47763" anchor="b" anchorCtr="0">
            <a:noAutofit/>
          </a:bodyPr>
          <a:lstStyle/>
          <a:p>
            <a:pPr algn="r">
              <a:defRPr/>
            </a:pPr>
            <a:fld id="{EA99D0B5-024A-3EBB-25B9-292CD19F1286}" type="slidenum">
              <a:rPr lang="en-US"/>
              <a:t>17</a:t>
            </a:fld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7634678" name="Google Shape;85;p1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420687" y="1239837"/>
            <a:ext cx="5959474" cy="3352799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52441623" name="Google Shape;86;p1:notes"/>
          <p:cNvSpPr txBox="1">
            <a:spLocks noGrp="1"/>
          </p:cNvSpPr>
          <p:nvPr>
            <p:ph type="body" idx="1"/>
          </p:nvPr>
        </p:nvSpPr>
        <p:spPr bwMode="auto">
          <a:xfrm>
            <a:off x="679767" y="4777958"/>
            <a:ext cx="5438139" cy="390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1" tIns="47763" rIns="95551" bIns="47763" anchor="t" anchorCtr="0">
            <a:noAutofit/>
          </a:bodyPr>
          <a:lstStyle/>
          <a:p>
            <a:pPr marL="0" indent="0">
              <a:defRPr/>
            </a:pPr>
            <a:endParaRPr/>
          </a:p>
        </p:txBody>
      </p:sp>
      <p:sp>
        <p:nvSpPr>
          <p:cNvPr id="1329942319" name="Google Shape;87;p1:notes"/>
          <p:cNvSpPr txBox="1">
            <a:spLocks noGrp="1"/>
          </p:cNvSpPr>
          <p:nvPr>
            <p:ph type="sldNum" idx="12"/>
          </p:nvPr>
        </p:nvSpPr>
        <p:spPr bwMode="auto">
          <a:xfrm>
            <a:off x="3850443" y="9430092"/>
            <a:ext cx="2945658" cy="498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1" tIns="47763" rIns="95551" bIns="47763" anchor="b" anchorCtr="0">
            <a:noAutofit/>
          </a:bodyPr>
          <a:lstStyle/>
          <a:p>
            <a:pPr algn="r">
              <a:defRPr/>
            </a:pPr>
            <a:fld id="{DF68B5ED-F153-1AE4-F957-21211B2ACC65}" type="slidenum">
              <a:rPr lang="en-US"/>
              <a:t>17</a:t>
            </a:fld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2857716" name="Google Shape;85;p1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420687" y="1239837"/>
            <a:ext cx="5959474" cy="3352799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82171254" name="Google Shape;86;p1:notes"/>
          <p:cNvSpPr txBox="1">
            <a:spLocks noGrp="1"/>
          </p:cNvSpPr>
          <p:nvPr>
            <p:ph type="body" idx="1"/>
          </p:nvPr>
        </p:nvSpPr>
        <p:spPr bwMode="auto">
          <a:xfrm>
            <a:off x="679767" y="4777958"/>
            <a:ext cx="5438139" cy="390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1" tIns="47763" rIns="95551" bIns="47763" anchor="t" anchorCtr="0">
            <a:noAutofit/>
          </a:bodyPr>
          <a:lstStyle/>
          <a:p>
            <a:pPr marL="0" indent="0">
              <a:defRPr/>
            </a:pPr>
            <a:endParaRPr/>
          </a:p>
        </p:txBody>
      </p:sp>
      <p:sp>
        <p:nvSpPr>
          <p:cNvPr id="246958796" name="Google Shape;87;p1:notes"/>
          <p:cNvSpPr txBox="1">
            <a:spLocks noGrp="1"/>
          </p:cNvSpPr>
          <p:nvPr>
            <p:ph type="sldNum" idx="12"/>
          </p:nvPr>
        </p:nvSpPr>
        <p:spPr bwMode="auto">
          <a:xfrm>
            <a:off x="3850443" y="9430092"/>
            <a:ext cx="2945658" cy="498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1" tIns="47763" rIns="95551" bIns="47763" anchor="b" anchorCtr="0">
            <a:noAutofit/>
          </a:bodyPr>
          <a:lstStyle/>
          <a:p>
            <a:pPr algn="r">
              <a:defRPr/>
            </a:pPr>
            <a:fld id="{AB3B1050-0879-1DD0-7239-42515AEB6469}" type="slidenum">
              <a:rPr lang="en-US"/>
              <a:t>17</a:t>
            </a:fld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408224" name="Google Shape;85;p1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420687" y="1239837"/>
            <a:ext cx="5959474" cy="3352799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77864717" name="Google Shape;86;p1:notes"/>
          <p:cNvSpPr txBox="1">
            <a:spLocks noGrp="1"/>
          </p:cNvSpPr>
          <p:nvPr>
            <p:ph type="body" idx="1"/>
          </p:nvPr>
        </p:nvSpPr>
        <p:spPr bwMode="auto">
          <a:xfrm>
            <a:off x="679767" y="4777958"/>
            <a:ext cx="5438139" cy="390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1" tIns="47763" rIns="95551" bIns="47763" anchor="t" anchorCtr="0">
            <a:noAutofit/>
          </a:bodyPr>
          <a:lstStyle/>
          <a:p>
            <a:pPr marL="0" indent="0">
              <a:defRPr/>
            </a:pPr>
            <a:endParaRPr/>
          </a:p>
        </p:txBody>
      </p:sp>
      <p:sp>
        <p:nvSpPr>
          <p:cNvPr id="624773021" name="Google Shape;87;p1:notes"/>
          <p:cNvSpPr txBox="1">
            <a:spLocks noGrp="1"/>
          </p:cNvSpPr>
          <p:nvPr>
            <p:ph type="sldNum" idx="12"/>
          </p:nvPr>
        </p:nvSpPr>
        <p:spPr bwMode="auto">
          <a:xfrm>
            <a:off x="3850443" y="9430092"/>
            <a:ext cx="2945658" cy="498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1" tIns="47763" rIns="95551" bIns="47763" anchor="b" anchorCtr="0">
            <a:noAutofit/>
          </a:bodyPr>
          <a:lstStyle/>
          <a:p>
            <a:pPr algn="r">
              <a:defRPr/>
            </a:pPr>
            <a:fld id="{BA7544B2-1EE5-8848-4154-0B19DA02A6AF}" type="slidenum">
              <a:rPr lang="en-US"/>
              <a:t>17</a:t>
            </a:fld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8835410" name="Google Shape;85;p1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420688" y="1239838"/>
            <a:ext cx="5959475" cy="33528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28321105" name="Google Shape;86;p1:notes"/>
          <p:cNvSpPr txBox="1">
            <a:spLocks noGrp="1"/>
          </p:cNvSpPr>
          <p:nvPr>
            <p:ph type="body" idx="1"/>
          </p:nvPr>
        </p:nvSpPr>
        <p:spPr bwMode="auto">
          <a:xfrm>
            <a:off x="679768" y="4777959"/>
            <a:ext cx="5438140" cy="3909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2" tIns="47763" rIns="95552" bIns="47763" anchor="t" anchorCtr="0">
            <a:noAutofit/>
          </a:bodyPr>
          <a:lstStyle/>
          <a:p>
            <a:pPr marL="0" indent="0">
              <a:defRPr/>
            </a:pPr>
            <a:endParaRPr/>
          </a:p>
        </p:txBody>
      </p:sp>
      <p:sp>
        <p:nvSpPr>
          <p:cNvPr id="917991135" name="Google Shape;87;p1:notes"/>
          <p:cNvSpPr txBox="1">
            <a:spLocks noGrp="1"/>
          </p:cNvSpPr>
          <p:nvPr>
            <p:ph type="sldNum" idx="12"/>
          </p:nvPr>
        </p:nvSpPr>
        <p:spPr bwMode="auto">
          <a:xfrm>
            <a:off x="3850444" y="9430093"/>
            <a:ext cx="2945659" cy="498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2" tIns="47763" rIns="95552" bIns="47763" anchor="b" anchorCtr="0">
            <a:noAutofit/>
          </a:bodyPr>
          <a:lstStyle/>
          <a:p>
            <a:pPr algn="r">
              <a:defRPr/>
            </a:pPr>
            <a:fld id="{00000000-1234-1234-1234-123412341234}" type="slidenum">
              <a:rPr lang="en-US"/>
              <a:t>23</a:t>
            </a:fld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2405116" name="Google Shape;85;p1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420688" y="1239838"/>
            <a:ext cx="5959475" cy="33528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52728544" name="Google Shape;86;p1:notes"/>
          <p:cNvSpPr txBox="1">
            <a:spLocks noGrp="1"/>
          </p:cNvSpPr>
          <p:nvPr>
            <p:ph type="body" idx="1"/>
          </p:nvPr>
        </p:nvSpPr>
        <p:spPr bwMode="auto">
          <a:xfrm>
            <a:off x="679768" y="4777959"/>
            <a:ext cx="5438140" cy="3909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2" tIns="47763" rIns="95552" bIns="47763" anchor="t" anchorCtr="0">
            <a:noAutofit/>
          </a:bodyPr>
          <a:lstStyle/>
          <a:p>
            <a:pPr marL="0" indent="0">
              <a:defRPr/>
            </a:pPr>
            <a:endParaRPr/>
          </a:p>
        </p:txBody>
      </p:sp>
      <p:sp>
        <p:nvSpPr>
          <p:cNvPr id="560367988" name="Google Shape;87;p1:notes"/>
          <p:cNvSpPr txBox="1">
            <a:spLocks noGrp="1"/>
          </p:cNvSpPr>
          <p:nvPr>
            <p:ph type="sldNum" idx="12"/>
          </p:nvPr>
        </p:nvSpPr>
        <p:spPr bwMode="auto">
          <a:xfrm>
            <a:off x="3850444" y="9430093"/>
            <a:ext cx="2945659" cy="498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2" tIns="47763" rIns="95552" bIns="47763" anchor="b" anchorCtr="0">
            <a:noAutofit/>
          </a:bodyPr>
          <a:lstStyle/>
          <a:p>
            <a:pPr algn="r">
              <a:defRPr/>
            </a:pPr>
            <a:fld id="{00000000-1234-1234-1234-123412341234}" type="slidenum">
              <a:rPr lang="en-US"/>
              <a:t>31</a:t>
            </a:fld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8973500" name="Google Shape;85;p1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420687" y="1239837"/>
            <a:ext cx="5959474" cy="3352799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59057154" name="Google Shape;86;p1:notes"/>
          <p:cNvSpPr txBox="1">
            <a:spLocks noGrp="1"/>
          </p:cNvSpPr>
          <p:nvPr>
            <p:ph type="body" idx="1"/>
          </p:nvPr>
        </p:nvSpPr>
        <p:spPr bwMode="auto">
          <a:xfrm>
            <a:off x="679767" y="4777958"/>
            <a:ext cx="5438139" cy="390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1" tIns="47763" rIns="95551" bIns="47763" anchor="t" anchorCtr="0">
            <a:noAutofit/>
          </a:bodyPr>
          <a:lstStyle/>
          <a:p>
            <a:pPr marL="0" indent="0">
              <a:defRPr/>
            </a:pPr>
            <a:endParaRPr/>
          </a:p>
        </p:txBody>
      </p:sp>
      <p:sp>
        <p:nvSpPr>
          <p:cNvPr id="845755240" name="Google Shape;87;p1:notes"/>
          <p:cNvSpPr txBox="1">
            <a:spLocks noGrp="1"/>
          </p:cNvSpPr>
          <p:nvPr>
            <p:ph type="sldNum" idx="12"/>
          </p:nvPr>
        </p:nvSpPr>
        <p:spPr bwMode="auto">
          <a:xfrm>
            <a:off x="3850443" y="9430092"/>
            <a:ext cx="2945658" cy="498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1" tIns="47763" rIns="95551" bIns="47763" anchor="b" anchorCtr="0">
            <a:noAutofit/>
          </a:bodyPr>
          <a:lstStyle/>
          <a:p>
            <a:pPr algn="r">
              <a:defRPr/>
            </a:pPr>
            <a:fld id="{27822F58-97A6-F56A-E2D3-5013802357A5}" type="slidenum">
              <a:rPr lang="en-US"/>
              <a:t>31</a:t>
            </a:fld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3894341" name="Google Shape;85;p1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420688" y="1239838"/>
            <a:ext cx="5959475" cy="33528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17796787" name="Google Shape;86;p1:notes"/>
          <p:cNvSpPr txBox="1">
            <a:spLocks noGrp="1"/>
          </p:cNvSpPr>
          <p:nvPr>
            <p:ph type="body" idx="1"/>
          </p:nvPr>
        </p:nvSpPr>
        <p:spPr bwMode="auto">
          <a:xfrm>
            <a:off x="679768" y="4777959"/>
            <a:ext cx="5438140" cy="3909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2" tIns="47763" rIns="95552" bIns="47763" anchor="t" anchorCtr="0">
            <a:noAutofit/>
          </a:bodyPr>
          <a:lstStyle/>
          <a:p>
            <a:pPr marL="0" indent="0">
              <a:defRPr/>
            </a:pPr>
            <a:endParaRPr/>
          </a:p>
        </p:txBody>
      </p:sp>
      <p:sp>
        <p:nvSpPr>
          <p:cNvPr id="663660944" name="Google Shape;87;p1:notes"/>
          <p:cNvSpPr txBox="1">
            <a:spLocks noGrp="1"/>
          </p:cNvSpPr>
          <p:nvPr>
            <p:ph type="sldNum" idx="12"/>
          </p:nvPr>
        </p:nvSpPr>
        <p:spPr bwMode="auto">
          <a:xfrm>
            <a:off x="3850444" y="9430093"/>
            <a:ext cx="2945659" cy="498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2" tIns="47763" rIns="95552" bIns="47763" anchor="b" anchorCtr="0">
            <a:noAutofit/>
          </a:bodyPr>
          <a:lstStyle/>
          <a:p>
            <a:pPr algn="r">
              <a:defRPr/>
            </a:pPr>
            <a:fld id="{00000000-1234-1234-1234-123412341234}" type="slidenum">
              <a:rPr lang="en-US"/>
              <a:t>42</a:t>
            </a:fld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5721036" name="Google Shape;85;p1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420688" y="1239838"/>
            <a:ext cx="5959475" cy="33528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63519647" name="Google Shape;86;p1:notes"/>
          <p:cNvSpPr txBox="1">
            <a:spLocks noGrp="1"/>
          </p:cNvSpPr>
          <p:nvPr>
            <p:ph type="body" idx="1"/>
          </p:nvPr>
        </p:nvSpPr>
        <p:spPr bwMode="auto">
          <a:xfrm>
            <a:off x="679768" y="4777959"/>
            <a:ext cx="5438140" cy="3909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2" tIns="47763" rIns="95552" bIns="47763" anchor="t" anchorCtr="0">
            <a:noAutofit/>
          </a:bodyPr>
          <a:lstStyle/>
          <a:p>
            <a:pPr marL="0" indent="0">
              <a:defRPr/>
            </a:pPr>
            <a:endParaRPr/>
          </a:p>
        </p:txBody>
      </p:sp>
      <p:sp>
        <p:nvSpPr>
          <p:cNvPr id="1369943978" name="Google Shape;87;p1:notes"/>
          <p:cNvSpPr txBox="1">
            <a:spLocks noGrp="1"/>
          </p:cNvSpPr>
          <p:nvPr>
            <p:ph type="sldNum" idx="12"/>
          </p:nvPr>
        </p:nvSpPr>
        <p:spPr bwMode="auto">
          <a:xfrm>
            <a:off x="3850444" y="9430093"/>
            <a:ext cx="2945659" cy="498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2" tIns="47763" rIns="95552" bIns="47763" anchor="b" anchorCtr="0">
            <a:noAutofit/>
          </a:bodyPr>
          <a:lstStyle/>
          <a:p>
            <a:pPr algn="r">
              <a:defRPr/>
            </a:pPr>
            <a:fld id="{00000000-1234-1234-1234-123412341234}" type="slidenum">
              <a:rPr lang="en-US"/>
              <a:t>43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標題投影片" preserve="0" showMasterPhAnim="0" showMasterSp="1" type="title" userDrawn="1">
  <p:cSld name="TITL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153593" name="Google Shape;16;p18"/>
          <p:cNvSpPr txBox="1"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440167142" name="Google Shape;17;p18"/>
          <p:cNvSpPr txBox="1"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pPr>
              <a:defRPr/>
            </a:pPr>
            <a:endParaRPr/>
          </a:p>
        </p:txBody>
      </p:sp>
      <p:sp>
        <p:nvSpPr>
          <p:cNvPr id="1264107912" name="Google Shape;18;p18"/>
          <p:cNvSpPr txBox="1">
            <a:spLocks noGrp="1"/>
          </p:cNvSpPr>
          <p:nvPr>
            <p:ph type="dt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168230487" name="Google Shape;19;p18"/>
          <p:cNvSpPr txBox="1">
            <a:spLocks noGrp="1"/>
          </p:cNvSpPr>
          <p:nvPr>
            <p:ph type="ft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644140404" name="Google Shape;20;p18"/>
          <p:cNvSpPr txBox="1">
            <a:spLocks noGrp="1"/>
          </p:cNvSpPr>
          <p:nvPr>
            <p:ph type="sldNum" idx="12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標題及物件" preserve="0" showMasterPhAnim="0" showMasterSp="1" type="obj" userDrawn="1">
  <p:cSld name="OBJEC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2538068" name="Google Shape;22;p19"/>
          <p:cNvSpPr txBox="1"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457509274" name="Google Shape;23;p19"/>
          <p:cNvSpPr txBox="1"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91867340" name="Google Shape;24;p19"/>
          <p:cNvSpPr txBox="1">
            <a:spLocks noGrp="1"/>
          </p:cNvSpPr>
          <p:nvPr>
            <p:ph type="dt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782506275" name="Google Shape;25;p19"/>
          <p:cNvSpPr txBox="1">
            <a:spLocks noGrp="1"/>
          </p:cNvSpPr>
          <p:nvPr>
            <p:ph type="ft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347553350" name="Google Shape;26;p19"/>
          <p:cNvSpPr txBox="1">
            <a:spLocks noGrp="1"/>
          </p:cNvSpPr>
          <p:nvPr>
            <p:ph type="sldNum" idx="12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章節標題" preserve="0" showMasterPhAnim="0" showMasterSp="1" type="secHead" userDrawn="1">
  <p:cSld name="SECTION_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7309623" name="Google Shape;28;p20"/>
          <p:cNvSpPr txBox="1"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524693200" name="Google Shape;29;p20"/>
          <p:cNvSpPr txBox="1"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508815086" name="Google Shape;30;p20"/>
          <p:cNvSpPr txBox="1">
            <a:spLocks noGrp="1"/>
          </p:cNvSpPr>
          <p:nvPr>
            <p:ph type="dt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784150951" name="Google Shape;31;p20"/>
          <p:cNvSpPr txBox="1">
            <a:spLocks noGrp="1"/>
          </p:cNvSpPr>
          <p:nvPr>
            <p:ph type="ft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332952800" name="Google Shape;32;p20"/>
          <p:cNvSpPr txBox="1">
            <a:spLocks noGrp="1"/>
          </p:cNvSpPr>
          <p:nvPr>
            <p:ph type="sldNum" idx="12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兩項物件" preserve="0" showMasterPhAnim="0" showMasterSp="1" type="twoObj" userDrawn="1">
  <p:cSld name="TWO_OBJECTS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4953705" name="Google Shape;34;p21"/>
          <p:cNvSpPr txBox="1"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425173700" name="Google Shape;35;p21"/>
          <p:cNvSpPr txBox="1">
            <a:spLocks noGrp="1"/>
          </p:cNvSpPr>
          <p:nvPr>
            <p:ph type="body" idx="1"/>
          </p:nvPr>
        </p:nvSpPr>
        <p:spPr bwMode="auto"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2142167704" name="Google Shape;36;p21"/>
          <p:cNvSpPr txBox="1">
            <a:spLocks noGrp="1"/>
          </p:cNvSpPr>
          <p:nvPr>
            <p:ph type="body" idx="2"/>
          </p:nvPr>
        </p:nvSpPr>
        <p:spPr bwMode="auto"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922854041" name="Google Shape;37;p21"/>
          <p:cNvSpPr txBox="1">
            <a:spLocks noGrp="1"/>
          </p:cNvSpPr>
          <p:nvPr>
            <p:ph type="dt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595006151" name="Google Shape;38;p21"/>
          <p:cNvSpPr txBox="1">
            <a:spLocks noGrp="1"/>
          </p:cNvSpPr>
          <p:nvPr>
            <p:ph type="ft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884607343" name="Google Shape;39;p21"/>
          <p:cNvSpPr txBox="1">
            <a:spLocks noGrp="1"/>
          </p:cNvSpPr>
          <p:nvPr>
            <p:ph type="sldNum" idx="12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比對" preserve="0" showMasterPhAnim="0" showMasterSp="1" type="twoTxTwoObj" userDrawn="1">
  <p:cSld name="TWO_OBJECTS_WITH_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7500664" name="Google Shape;41;p22"/>
          <p:cNvSpPr txBox="1"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2038856946" name="Google Shape;42;p22"/>
          <p:cNvSpPr txBox="1"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pPr>
              <a:defRPr/>
            </a:pPr>
            <a:endParaRPr/>
          </a:p>
        </p:txBody>
      </p:sp>
      <p:sp>
        <p:nvSpPr>
          <p:cNvPr id="1763815157" name="Google Shape;43;p22"/>
          <p:cNvSpPr txBox="1">
            <a:spLocks noGrp="1"/>
          </p:cNvSpPr>
          <p:nvPr>
            <p:ph type="body" idx="2"/>
          </p:nvPr>
        </p:nvSpPr>
        <p:spPr bwMode="auto">
          <a:xfrm>
            <a:off x="839788" y="2505074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751362369" name="Google Shape;44;p22"/>
          <p:cNvSpPr txBox="1">
            <a:spLocks noGrp="1"/>
          </p:cNvSpPr>
          <p:nvPr>
            <p:ph type="body" idx="3"/>
          </p:nvPr>
        </p:nvSpPr>
        <p:spPr bwMode="auto"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pPr>
              <a:defRPr/>
            </a:pPr>
            <a:endParaRPr/>
          </a:p>
        </p:txBody>
      </p:sp>
      <p:sp>
        <p:nvSpPr>
          <p:cNvPr id="1303482038" name="Google Shape;45;p22"/>
          <p:cNvSpPr txBox="1">
            <a:spLocks noGrp="1"/>
          </p:cNvSpPr>
          <p:nvPr>
            <p:ph type="body" idx="4"/>
          </p:nvPr>
        </p:nvSpPr>
        <p:spPr bwMode="auto">
          <a:xfrm>
            <a:off x="6172200" y="2505074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26966191" name="Google Shape;46;p22"/>
          <p:cNvSpPr txBox="1">
            <a:spLocks noGrp="1"/>
          </p:cNvSpPr>
          <p:nvPr>
            <p:ph type="dt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492553618" name="Google Shape;47;p22"/>
          <p:cNvSpPr txBox="1">
            <a:spLocks noGrp="1"/>
          </p:cNvSpPr>
          <p:nvPr>
            <p:ph type="ft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314104589" name="Google Shape;48;p22"/>
          <p:cNvSpPr txBox="1">
            <a:spLocks noGrp="1"/>
          </p:cNvSpPr>
          <p:nvPr>
            <p:ph type="sldNum" idx="12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只有標題" preserve="0" showMasterPhAnim="0" showMasterSp="1" type="titleOnly" userDrawn="1">
  <p:cSld name="TITLE_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758141" name="Google Shape;50;p23"/>
          <p:cNvSpPr txBox="1"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505449819" name="Google Shape;51;p23"/>
          <p:cNvSpPr txBox="1">
            <a:spLocks noGrp="1"/>
          </p:cNvSpPr>
          <p:nvPr>
            <p:ph type="dt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230323332" name="Google Shape;52;p23"/>
          <p:cNvSpPr txBox="1">
            <a:spLocks noGrp="1"/>
          </p:cNvSpPr>
          <p:nvPr>
            <p:ph type="ft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831640402" name="Google Shape;53;p23"/>
          <p:cNvSpPr txBox="1">
            <a:spLocks noGrp="1"/>
          </p:cNvSpPr>
          <p:nvPr>
            <p:ph type="sldNum" idx="12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空白" preserve="0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4794413" name="Google Shape;55;p24"/>
          <p:cNvSpPr txBox="1">
            <a:spLocks noGrp="1"/>
          </p:cNvSpPr>
          <p:nvPr>
            <p:ph type="dt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318926440" name="Google Shape;56;p24"/>
          <p:cNvSpPr txBox="1">
            <a:spLocks noGrp="1"/>
          </p:cNvSpPr>
          <p:nvPr>
            <p:ph type="ft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601848124" name="Google Shape;57;p24"/>
          <p:cNvSpPr txBox="1">
            <a:spLocks noGrp="1"/>
          </p:cNvSpPr>
          <p:nvPr>
            <p:ph type="sldNum" idx="12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含標題的內容" preserve="0" showMasterPhAnim="0" showMasterSp="1" type="objTx" userDrawn="1">
  <p:cSld name="OBJECT_WITH_CAPTION_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8674971" name="Google Shape;59;p25"/>
          <p:cNvSpPr txBox="1"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336147321" name="Google Shape;60;p25"/>
          <p:cNvSpPr txBox="1">
            <a:spLocks noGrp="1"/>
          </p:cNvSpPr>
          <p:nvPr>
            <p:ph type="body" idx="1"/>
          </p:nvPr>
        </p:nvSpPr>
        <p:spPr bwMode="auto"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799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pPr>
              <a:defRPr/>
            </a:pPr>
            <a:endParaRPr/>
          </a:p>
        </p:txBody>
      </p:sp>
      <p:sp>
        <p:nvSpPr>
          <p:cNvPr id="639649976" name="Google Shape;61;p25"/>
          <p:cNvSpPr txBox="1">
            <a:spLocks noGrp="1"/>
          </p:cNvSpPr>
          <p:nvPr>
            <p:ph type="body" idx="2"/>
          </p:nvPr>
        </p:nvSpPr>
        <p:spPr bwMode="auto"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pPr>
              <a:defRPr/>
            </a:pPr>
            <a:endParaRPr/>
          </a:p>
        </p:txBody>
      </p:sp>
      <p:sp>
        <p:nvSpPr>
          <p:cNvPr id="1528860410" name="Google Shape;62;p25"/>
          <p:cNvSpPr txBox="1">
            <a:spLocks noGrp="1"/>
          </p:cNvSpPr>
          <p:nvPr>
            <p:ph type="dt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951863682" name="Google Shape;63;p25"/>
          <p:cNvSpPr txBox="1">
            <a:spLocks noGrp="1"/>
          </p:cNvSpPr>
          <p:nvPr>
            <p:ph type="ft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512298181" name="Google Shape;64;p25"/>
          <p:cNvSpPr txBox="1">
            <a:spLocks noGrp="1"/>
          </p:cNvSpPr>
          <p:nvPr>
            <p:ph type="sldNum" idx="12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含標題的圖片" preserve="0" showMasterPhAnim="0" showMasterSp="1" type="picTx" userDrawn="1">
  <p:cSld name="PICTURE_WITH_CAPTION_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1719467" name="Google Shape;66;p26"/>
          <p:cNvSpPr txBox="1"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732501143" name="Google Shape;67;p26"/>
          <p:cNvSpPr>
            <a:spLocks noGrp="1"/>
          </p:cNvSpPr>
          <p:nvPr>
            <p:ph type="pic" idx="2"/>
          </p:nvPr>
        </p:nvSpPr>
        <p:spPr bwMode="auto"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2018392106" name="Google Shape;68;p26"/>
          <p:cNvSpPr txBox="1">
            <a:spLocks noGrp="1"/>
          </p:cNvSpPr>
          <p:nvPr>
            <p:ph type="body" idx="1"/>
          </p:nvPr>
        </p:nvSpPr>
        <p:spPr bwMode="auto"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pPr>
              <a:defRPr/>
            </a:pPr>
            <a:endParaRPr/>
          </a:p>
        </p:txBody>
      </p:sp>
      <p:sp>
        <p:nvSpPr>
          <p:cNvPr id="933416947" name="Google Shape;69;p26"/>
          <p:cNvSpPr txBox="1">
            <a:spLocks noGrp="1"/>
          </p:cNvSpPr>
          <p:nvPr>
            <p:ph type="dt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765751815" name="Google Shape;70;p26"/>
          <p:cNvSpPr txBox="1">
            <a:spLocks noGrp="1"/>
          </p:cNvSpPr>
          <p:nvPr>
            <p:ph type="ft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578290185" name="Google Shape;71;p26"/>
          <p:cNvSpPr txBox="1">
            <a:spLocks noGrp="1"/>
          </p:cNvSpPr>
          <p:nvPr>
            <p:ph type="sldNum" idx="12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標題及直排文字" preserve="0" showMasterPhAnim="0" showMasterSp="1" type="vertTx" userDrawn="1">
  <p:cSld name="VERTICAL_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4806870" name="Google Shape;73;p27"/>
          <p:cNvSpPr txBox="1"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203409817" name="Google Shape;74;p27"/>
          <p:cNvSpPr txBox="1">
            <a:spLocks noGrp="1"/>
          </p:cNvSpPr>
          <p:nvPr>
            <p:ph type="body" idx="1"/>
          </p:nvPr>
        </p:nvSpPr>
        <p:spPr bwMode="auto"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671402346" name="Google Shape;75;p27"/>
          <p:cNvSpPr txBox="1">
            <a:spLocks noGrp="1"/>
          </p:cNvSpPr>
          <p:nvPr>
            <p:ph type="dt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2117554357" name="Google Shape;76;p27"/>
          <p:cNvSpPr txBox="1">
            <a:spLocks noGrp="1"/>
          </p:cNvSpPr>
          <p:nvPr>
            <p:ph type="ft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810334511" name="Google Shape;77;p27"/>
          <p:cNvSpPr txBox="1">
            <a:spLocks noGrp="1"/>
          </p:cNvSpPr>
          <p:nvPr>
            <p:ph type="sldNum" idx="12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直排標題及文字" preserve="0" showMasterPhAnim="0" showMasterSp="1" type="vertTitleAndTx" userDrawn="1">
  <p:cSld name="VERTICAL_TITLE_AND_VERTICAL_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3857495" name="Google Shape;79;p28"/>
          <p:cNvSpPr txBox="1">
            <a:spLocks noGrp="1"/>
          </p:cNvSpPr>
          <p:nvPr>
            <p:ph type="title"/>
          </p:nvPr>
        </p:nvSpPr>
        <p:spPr bwMode="auto"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745793885" name="Google Shape;80;p28"/>
          <p:cNvSpPr txBox="1">
            <a:spLocks noGrp="1"/>
          </p:cNvSpPr>
          <p:nvPr>
            <p:ph type="body" idx="1"/>
          </p:nvPr>
        </p:nvSpPr>
        <p:spPr bwMode="auto"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466129735" name="Google Shape;81;p28"/>
          <p:cNvSpPr txBox="1">
            <a:spLocks noGrp="1"/>
          </p:cNvSpPr>
          <p:nvPr>
            <p:ph type="dt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502218931" name="Google Shape;82;p28"/>
          <p:cNvSpPr txBox="1">
            <a:spLocks noGrp="1"/>
          </p:cNvSpPr>
          <p:nvPr>
            <p:ph type="ft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59149029" name="Google Shape;83;p28"/>
          <p:cNvSpPr txBox="1">
            <a:spLocks noGrp="1"/>
          </p:cNvSpPr>
          <p:nvPr>
            <p:ph type="sldNum" idx="12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solidFill>
          <a:schemeClr val="l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0566902" name="Google Shape;10;p17"/>
          <p:cNvSpPr txBox="1"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pPr>
              <a:defRPr/>
            </a:pPr>
            <a:endParaRPr/>
          </a:p>
        </p:txBody>
      </p:sp>
      <p:sp>
        <p:nvSpPr>
          <p:cNvPr id="1419937795" name="Google Shape;11;p17"/>
          <p:cNvSpPr txBox="1"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012146460" name="Google Shape;12;p17"/>
          <p:cNvSpPr txBox="1">
            <a:spLocks noGrp="1"/>
          </p:cNvSpPr>
          <p:nvPr>
            <p:ph type="dt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064945173" name="Google Shape;13;p17"/>
          <p:cNvSpPr txBox="1">
            <a:spLocks noGrp="1"/>
          </p:cNvSpPr>
          <p:nvPr>
            <p:ph type="ft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417974702" name="Google Shape;14;p17"/>
          <p:cNvSpPr txBox="1">
            <a:spLocks noGrp="1"/>
          </p:cNvSpPr>
          <p:nvPr>
            <p:ph type="sldNum" idx="12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1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jp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jp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jp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jp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jp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jp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jp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jp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jp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jp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jpg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jpg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jpg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.jpg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.jpg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.jpg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.jpg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jpg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jpg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.jpg"/></Relationships>
</file>

<file path=ppt/slides/_rels/slide2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.jpg"/></Relationships>
</file>

<file path=ppt/slides/_rels/slide2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.jpg"/></Relationships>
</file>

<file path=ppt/slides/_rels/slide2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.jpg"/></Relationships>
</file>

<file path=ppt/slides/_rels/slide3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.jpg"/></Relationships>
</file>

<file path=ppt/slides/_rels/slide3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1.jpg"/></Relationships>
</file>

<file path=ppt/slides/_rels/slide3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.jpg"/></Relationships>
</file>

<file path=ppt/slides/_rels/slide3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.jpg"/></Relationships>
</file>

<file path=ppt/slides/_rels/slide3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1.jpg"/></Relationships>
</file>

<file path=ppt/slides/_rels/slide3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.jpg"/></Relationships>
</file>

<file path=ppt/slides/_rels/slide3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.jpg"/></Relationships>
</file>

<file path=ppt/slides/_rels/slide3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.jpg"/></Relationships>
</file>

<file path=ppt/slides/_rels/slide3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.jpg"/></Relationships>
</file>

<file path=ppt/slides/_rels/slide3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.jpg"/></Relationships>
</file>

<file path=ppt/slides/_rels/slide4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1.jpg"/></Relationships>
</file>

<file path=ppt/slides/_rels/slide4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1.jpg"/></Relationships>
</file>

<file path=ppt/slides/_rels/slide4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1.jpg"/></Relationships>
</file>

<file path=ppt/slides/_rels/slide4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1.jpg"/></Relationships>
</file>

<file path=ppt/slides/_rels/slide4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1.jpg"/></Relationships>
</file>

<file path=ppt/slides/_rels/slide4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1.jpg"/></Relationships>
</file>

<file path=ppt/slides/_rels/slide4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1.jpg"/></Relationships>
</file>

<file path=ppt/slides/_rels/slide4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1.jpg"/></Relationships>
</file>

<file path=ppt/slides/_rels/slide4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alphaModFix/>
          </a:blip>
          <a:tile algn="tl" flip="none" sx="100000" sy="100000" tx="0" ty="0"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4240787" name="Google Shape;90;p1"/>
          <p:cNvSpPr txBox="1"/>
          <p:nvPr/>
        </p:nvSpPr>
        <p:spPr bwMode="auto">
          <a:xfrm flipH="0" flipV="0">
            <a:off x="1130859" y="1667053"/>
            <a:ext cx="6705362" cy="19205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3" tIns="45699" rIns="91423" bIns="45699" anchor="t" anchorCtr="0">
            <a:spAutoFit/>
          </a:bodyPr>
          <a:lstStyle/>
          <a:p>
            <a:pPr algn="l">
              <a:defRPr/>
            </a:pPr>
            <a:r>
              <a:rPr lang="zh-TW" sz="300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闌珊相親及婚姻家庭服務有限公司</a:t>
            </a:r>
            <a:endParaRPr lang="en-US" sz="3000" b="0" i="0" u="none" strike="noStrike" cap="none">
              <a:solidFill>
                <a:schemeClr val="tx1"/>
              </a:solidFill>
              <a:latin typeface="Arial"/>
              <a:ea typeface="Times New Roman"/>
              <a:cs typeface="Times New Roman"/>
            </a:endParaRPr>
          </a:p>
          <a:p>
            <a:pPr algn="l">
              <a:defRPr/>
            </a:pPr>
            <a:r>
              <a:rPr lang="en-US" sz="3000" b="0" i="0" u="none" strike="noStrike" cap="none">
                <a:solidFill>
                  <a:schemeClr val="tx1"/>
                </a:solidFill>
                <a:latin typeface="Arial"/>
                <a:ea typeface="Times New Roman"/>
                <a:cs typeface="Times New Roman"/>
              </a:rPr>
              <a:t>(Lanshan</a:t>
            </a:r>
            <a:r>
              <a:rPr lang="en-US" sz="3000" b="0" i="0" u="none" strike="noStrike" cap="none">
                <a:solidFill>
                  <a:schemeClr val="tx1"/>
                </a:solidFill>
                <a:latin typeface="Arial"/>
                <a:ea typeface="Times New Roman"/>
                <a:cs typeface="Times New Roman"/>
              </a:rPr>
              <a:t> Matchmaking and Marriage &amp; Family Services Co</a:t>
            </a:r>
            <a:r>
              <a:rPr lang="en-US" sz="3000" b="0" i="0" u="none" strike="noStrike" cap="none">
                <a:solidFill>
                  <a:schemeClr val="tx1"/>
                </a:solidFill>
                <a:latin typeface="Arial"/>
                <a:ea typeface="Times New Roman"/>
                <a:cs typeface="Times New Roman"/>
              </a:rPr>
              <a:t> Ltd</a:t>
            </a:r>
            <a:r>
              <a:rPr sz="3000"/>
              <a:t>)</a:t>
            </a:r>
            <a:endParaRPr/>
          </a:p>
          <a:p>
            <a:pPr algn="l">
              <a:defRPr/>
            </a:pPr>
            <a:endParaRPr sz="3000">
              <a:solidFill>
                <a:schemeClr val="tx1"/>
              </a:solidFill>
              <a:latin typeface="+mj-lt"/>
              <a:ea typeface="Calibri"/>
              <a:cs typeface="Calibri"/>
            </a:endParaRPr>
          </a:p>
        </p:txBody>
      </p:sp>
      <p:sp>
        <p:nvSpPr>
          <p:cNvPr id="494490125" name="Google Shape;90;p1"/>
          <p:cNvSpPr txBox="1"/>
          <p:nvPr/>
        </p:nvSpPr>
        <p:spPr bwMode="auto">
          <a:xfrm flipH="0" flipV="0">
            <a:off x="1162900" y="4285849"/>
            <a:ext cx="5737602" cy="7623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3" tIns="45699" rIns="91423" bIns="45699" anchor="t" anchorCtr="0">
            <a:spAutoFit/>
          </a:bodyPr>
          <a:lstStyle/>
          <a:p>
            <a:pPr algn="l">
              <a:defRPr/>
            </a:pPr>
            <a:r>
              <a:rPr lang="en-US" sz="2200">
                <a:latin typeface="+mj-lt"/>
                <a:ea typeface="Times New Roman"/>
                <a:cs typeface="Times New Roman"/>
              </a:rPr>
              <a:t>前端網站開發人員證書</a:t>
            </a:r>
            <a:endParaRPr lang="en-US" sz="2200">
              <a:latin typeface="Arial"/>
              <a:ea typeface="Times New Roman"/>
              <a:cs typeface="Times New Roman"/>
            </a:endParaRPr>
          </a:p>
          <a:p>
            <a:pPr algn="l">
              <a:defRPr/>
            </a:pPr>
            <a:r>
              <a:rPr lang="en-US" sz="2200">
                <a:latin typeface="Arial"/>
                <a:ea typeface="Times New Roman"/>
                <a:cs typeface="Times New Roman"/>
              </a:rPr>
              <a:t>(CT288DS006)</a:t>
            </a:r>
            <a:endParaRPr sz="2200"/>
          </a:p>
        </p:txBody>
      </p:sp>
      <p:sp>
        <p:nvSpPr>
          <p:cNvPr id="1925495681" name="Google Shape;90;p1"/>
          <p:cNvSpPr txBox="1"/>
          <p:nvPr/>
        </p:nvSpPr>
        <p:spPr bwMode="auto">
          <a:xfrm flipH="0" flipV="0">
            <a:off x="1162901" y="3324576"/>
            <a:ext cx="5726802" cy="77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3" tIns="45699" rIns="91423" bIns="45699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200">
                <a:solidFill>
                  <a:schemeClr val="dk1"/>
                </a:solidFill>
                <a:latin typeface="+mj-lt"/>
                <a:ea typeface="Times New Roman"/>
                <a:cs typeface="Times New Roman"/>
              </a:rPr>
              <a:t>開發者</a:t>
            </a:r>
            <a:r>
              <a:rPr lang="en-US" sz="2200" b="0" i="0" u="none" strike="noStrike" cap="none">
                <a:solidFill>
                  <a:schemeClr val="dk1"/>
                </a:solidFill>
                <a:latin typeface="+mj-lt"/>
                <a:ea typeface="Times New Roman"/>
                <a:cs typeface="Times New Roman"/>
              </a:rPr>
              <a:t>: </a:t>
            </a:r>
            <a:r>
              <a:rPr lang="en-US" sz="2200" b="0" i="0" u="none" strike="noStrike" cap="none">
                <a:solidFill>
                  <a:srgbClr val="0000FF"/>
                </a:solidFill>
                <a:latin typeface="+mj-lt"/>
                <a:ea typeface="Times New Roman"/>
                <a:cs typeface="Times New Roman"/>
              </a:rPr>
              <a:t>HO Siu Hang</a:t>
            </a:r>
            <a:r>
              <a:rPr lang="en-US" sz="2200" b="0" i="0" u="none" strike="noStrike" cap="none">
                <a:solidFill>
                  <a:schemeClr val="dk1"/>
                </a:solidFill>
                <a:latin typeface="+mj-lt"/>
                <a:ea typeface="Times New Roman"/>
                <a:cs typeface="Times New Roman"/>
              </a:rPr>
              <a:t> (Desmond)</a:t>
            </a:r>
            <a:endParaRPr lang="en-US" sz="2200" b="0" i="0" u="none" strike="noStrike" cap="none">
              <a:solidFill>
                <a:schemeClr val="dk1"/>
              </a:solidFill>
              <a:latin typeface="Arial"/>
              <a:ea typeface="Times New Roman"/>
              <a:cs typeface="Times New Roman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2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學生編號: </a:t>
            </a:r>
            <a:r>
              <a:rPr lang="en-US" sz="2200">
                <a:solidFill>
                  <a:srgbClr val="0000FF"/>
                </a:solidFill>
                <a:latin typeface="Arial"/>
                <a:cs typeface="Times New Roman"/>
              </a:rPr>
              <a:t>12</a:t>
            </a:r>
            <a:endParaRPr sz="2200">
              <a:solidFill>
                <a:srgbClr val="0000FF"/>
              </a:solidFill>
              <a:latin typeface="Arial"/>
              <a:cs typeface="Times New Roman"/>
            </a:endParaRPr>
          </a:p>
        </p:txBody>
      </p:sp>
      <p:sp>
        <p:nvSpPr>
          <p:cNvPr id="1171249150" name="Google Shape;90;p1"/>
          <p:cNvSpPr txBox="1"/>
          <p:nvPr/>
        </p:nvSpPr>
        <p:spPr bwMode="auto">
          <a:xfrm flipH="0" flipV="0">
            <a:off x="1162899" y="5254508"/>
            <a:ext cx="5697636" cy="436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3" tIns="45699" rIns="91423" bIns="45699" anchor="t" anchorCtr="0">
            <a:spAutoFit/>
          </a:bodyPr>
          <a:lstStyle/>
          <a:p>
            <a:pPr algn="l">
              <a:defRPr/>
            </a:pPr>
            <a:r>
              <a:rPr lang="en-US" sz="2200">
                <a:solidFill>
                  <a:srgbClr val="C00000"/>
                </a:solidFill>
                <a:latin typeface="+mj-lt"/>
                <a:ea typeface="Times New Roman"/>
                <a:cs typeface="Times New Roman"/>
              </a:rPr>
              <a:t>版本 05</a:t>
            </a:r>
            <a:endParaRPr sz="2200">
              <a:solidFill>
                <a:srgbClr val="C00000"/>
              </a:solidFill>
              <a:latin typeface="+mj-lt"/>
            </a:endParaRPr>
          </a:p>
        </p:txBody>
      </p:sp>
      <p:sp>
        <p:nvSpPr>
          <p:cNvPr id="1447915383" name="Slide Number Placeholder 1"/>
          <p:cNvSpPr>
            <a:spLocks noGrp="1"/>
          </p:cNvSpPr>
          <p:nvPr>
            <p:ph type="sldNum" idx="12"/>
          </p:nvPr>
        </p:nvSpPr>
        <p:spPr bwMode="auto">
          <a:xfrm>
            <a:off x="8532828" y="5878671"/>
            <a:ext cx="2743200" cy="365124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1</a:t>
            </a:fld>
            <a:endParaRPr lang="en-US"/>
          </a:p>
        </p:txBody>
      </p:sp>
      <p:sp>
        <p:nvSpPr>
          <p:cNvPr id="1416134766" name="Google Shape;90;p1"/>
          <p:cNvSpPr txBox="1"/>
          <p:nvPr/>
        </p:nvSpPr>
        <p:spPr bwMode="auto">
          <a:xfrm flipH="0" flipV="0">
            <a:off x="1162901" y="694678"/>
            <a:ext cx="4503561" cy="9147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2" tIns="45697" rIns="91422" bIns="45697" anchor="t" anchorCtr="0">
            <a:spAutoFit/>
          </a:bodyPr>
          <a:lstStyle/>
          <a:p>
            <a:pPr algn="l">
              <a:defRPr/>
            </a:pPr>
            <a:r>
              <a:rPr lang="en-US" sz="5400">
                <a:solidFill>
                  <a:schemeClr val="tx1"/>
                </a:solidFill>
                <a:latin typeface="+mj-lt"/>
                <a:ea typeface="Times New Roman"/>
                <a:cs typeface="Times New Roman"/>
              </a:rPr>
              <a:t>網站開發專案</a:t>
            </a:r>
            <a:endParaRPr sz="5400">
              <a:solidFill>
                <a:schemeClr val="tx1"/>
              </a:solidFill>
              <a:latin typeface="+mj-lt"/>
              <a:ea typeface="Calibri"/>
              <a:cs typeface="Calibri"/>
            </a:endParaRPr>
          </a:p>
        </p:txBody>
      </p:sp>
      <p:sp>
        <p:nvSpPr>
          <p:cNvPr id="1084376048" name="Google Shape;90;p1"/>
          <p:cNvSpPr txBox="1"/>
          <p:nvPr/>
        </p:nvSpPr>
        <p:spPr bwMode="auto">
          <a:xfrm flipH="0" flipV="0">
            <a:off x="1162900" y="5857868"/>
            <a:ext cx="8610319" cy="7718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2" tIns="45698" rIns="91422" bIns="45698" anchor="t" anchorCtr="0">
            <a:spAutoFit/>
          </a:bodyPr>
          <a:lstStyle/>
          <a:p>
            <a:pPr algn="l">
              <a:defRPr/>
            </a:pPr>
            <a:r>
              <a:rPr sz="2200"/>
              <a:t>GitHub連結:</a:t>
            </a:r>
            <a:endParaRPr sz="2200"/>
          </a:p>
          <a:p>
            <a:pPr algn="l">
              <a:defRPr/>
            </a:pPr>
            <a:r>
              <a:rPr lang="en-US" sz="2200" b="0" i="0" u="none" strike="noStrike" cap="none" spc="0">
                <a:solidFill>
                  <a:srgbClr val="152BEB"/>
                </a:solidFill>
                <a:latin typeface="Arial"/>
                <a:ea typeface="Arial"/>
                <a:cs typeface="Arial"/>
              </a:rPr>
              <a:t>https://github.com/hosiuhangdesmond/lanshan_matchmaking</a:t>
            </a:r>
            <a:r>
              <a:rPr lang="en-US" sz="2200">
                <a:solidFill>
                  <a:srgbClr val="152BEB"/>
                </a:solidFill>
                <a:latin typeface="Arial"/>
                <a:ea typeface="Times New Roman"/>
                <a:cs typeface="Times New Roman"/>
              </a:rPr>
              <a:t>/main</a:t>
            </a:r>
            <a:endParaRPr lang="en-US" sz="2200">
              <a:latin typeface="Arial"/>
              <a:ea typeface="Times New Roman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alphaModFix/>
          </a:blip>
          <a:tile algn="tl" flip="none" sx="100000" sy="100000" tx="0" ty="0"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0678818" name="Google Shape;90;p1"/>
          <p:cNvSpPr txBox="1"/>
          <p:nvPr/>
        </p:nvSpPr>
        <p:spPr bwMode="auto">
          <a:xfrm>
            <a:off x="-44818" y="-35710"/>
            <a:ext cx="12281637" cy="653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前端網站開發人員證書</a:t>
            </a: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(CT288DS006)</a:t>
            </a:r>
            <a:r>
              <a:rPr lang="en-US" sz="1800">
                <a:latin typeface="Arial"/>
                <a:ea typeface="Times New Roman"/>
                <a:cs typeface="Times New Roman"/>
              </a:rPr>
              <a:t> -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Arial"/>
                <a:ea typeface="Times New Roman"/>
                <a:cs typeface="Times New Roman"/>
              </a:rPr>
              <a:t>網站開發專案</a:t>
            </a:r>
            <a:endParaRPr lang="en-US" sz="1800">
              <a:latin typeface="+mj-lt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開發者</a:t>
            </a:r>
            <a:r>
              <a:rPr lang="en-US" sz="1800" b="0" i="0" u="none" strike="noStrike" cap="none">
                <a:solidFill>
                  <a:schemeClr val="dk1"/>
                </a:solidFill>
                <a:latin typeface="+mj-lt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+mj-lt"/>
                <a:ea typeface="Times New Roman"/>
                <a:cs typeface="Times New Roman"/>
              </a:rPr>
              <a:t>HO Siu Hang</a:t>
            </a:r>
            <a:r>
              <a:rPr lang="en-US" sz="1800" b="0" i="0" u="none" strike="noStrike" cap="none">
                <a:solidFill>
                  <a:schemeClr val="dk1"/>
                </a:solidFill>
                <a:latin typeface="+mj-lt"/>
                <a:ea typeface="Times New Roman"/>
                <a:cs typeface="Times New Roman"/>
              </a:rPr>
              <a:t> (Desmond)  </a:t>
            </a: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學生編號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+mj-lt"/>
                <a:ea typeface="Times New Roman"/>
                <a:cs typeface="Times New Roman"/>
              </a:rPr>
              <a:t>12</a:t>
            </a:r>
            <a:r>
              <a:rPr lang="en-US" sz="1800" b="0" i="0" u="none" strike="noStrike" cap="none">
                <a:solidFill>
                  <a:srgbClr val="0000FF"/>
                </a:solidFill>
                <a:latin typeface="+mj-lt"/>
                <a:ea typeface="Times New Roman"/>
                <a:cs typeface="Times New Roman"/>
              </a:rPr>
              <a:t>			</a:t>
            </a:r>
            <a:r>
              <a:rPr lang="zh-TW" sz="1800" b="0" i="0" u="none" strike="noStrike" cap="none" spc="0">
                <a:solidFill>
                  <a:srgbClr val="152BEB"/>
                </a:solidFill>
                <a:latin typeface="Arial"/>
                <a:ea typeface="Calibri"/>
                <a:cs typeface="Calibri"/>
              </a:rPr>
              <a:t>			闌珊相親</a:t>
            </a:r>
            <a:r>
              <a:rPr lang="en-US" sz="1800" b="0" i="0" u="none" strike="noStrike" cap="none" spc="0">
                <a:solidFill>
                  <a:srgbClr val="152BEB"/>
                </a:solidFill>
                <a:latin typeface="Arial"/>
                <a:ea typeface="Times New Roman"/>
                <a:cs typeface="Times New Roman"/>
              </a:rPr>
              <a:t>網站</a:t>
            </a:r>
            <a:endParaRPr sz="1800">
              <a:solidFill>
                <a:srgbClr val="0000FF"/>
              </a:solidFill>
              <a:latin typeface="+mj-lt"/>
              <a:ea typeface="Calibri"/>
              <a:cs typeface="Calibri"/>
            </a:endParaRPr>
          </a:p>
        </p:txBody>
      </p:sp>
      <p:sp>
        <p:nvSpPr>
          <p:cNvPr id="1322030181" name="Google Shape;91;p1"/>
          <p:cNvSpPr txBox="1"/>
          <p:nvPr/>
        </p:nvSpPr>
        <p:spPr bwMode="auto">
          <a:xfrm flipH="0" flipV="0">
            <a:off x="580413" y="795015"/>
            <a:ext cx="9699140" cy="4902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2" tIns="45697" rIns="91422" bIns="45697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400" u="sng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目錄:</a:t>
            </a:r>
            <a:endParaRPr lang="en-US" sz="2400" u="sng">
              <a:solidFill>
                <a:schemeClr val="dk1"/>
              </a:solidFill>
              <a:latin typeface="Linux Biolinum O"/>
              <a:ea typeface="Linux Biolinum O"/>
              <a:cs typeface="Linux Biolinum O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2400">
              <a:solidFill>
                <a:schemeClr val="dk1"/>
              </a:solidFill>
              <a:latin typeface="Linux Biolinum O"/>
              <a:cs typeface="Linux Biolinum O"/>
            </a:endParaRPr>
          </a:p>
          <a:p>
            <a:pPr marL="349965" lvl="0" indent="-349965" algn="l" rtl="0">
              <a:spcBef>
                <a:spcPts val="0"/>
              </a:spcBef>
              <a:spcAft>
                <a:spcPts val="0"/>
              </a:spcAft>
              <a:buAutoNum type="alphaUcPeriod"/>
              <a:defRPr/>
            </a:pPr>
            <a:r>
              <a:rPr lang="en-US" sz="24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Times New Roman"/>
              </a:rPr>
              <a:t>客戶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簡介</a:t>
            </a:r>
            <a:r>
              <a:rPr lang="en-US" sz="240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 —————————————————-———————————————-</a:t>
            </a:r>
            <a:endParaRPr sz="2400">
              <a:solidFill>
                <a:schemeClr val="dk1"/>
              </a:solidFill>
              <a:latin typeface="Linux Biolinum O"/>
              <a:cs typeface="Linux Biolinum O"/>
            </a:endParaRPr>
          </a:p>
          <a:p>
            <a:pPr marL="349965" lvl="0" indent="-349965" algn="l" rtl="0">
              <a:spcBef>
                <a:spcPts val="0"/>
              </a:spcBef>
              <a:spcAft>
                <a:spcPts val="0"/>
              </a:spcAft>
              <a:buAutoNum type="alphaUcPeriod"/>
              <a:defRPr/>
            </a:pPr>
            <a:r>
              <a:rPr lang="en-US" sz="240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項目計劃書</a:t>
            </a:r>
            <a:r>
              <a:rPr sz="2400">
                <a:latin typeface="Linux Biolinum O"/>
                <a:ea typeface="Linux Biolinum O"/>
                <a:cs typeface="Linux Biolinum O"/>
              </a:rPr>
              <a:t> ———————————————————————————————-</a:t>
            </a:r>
            <a:endParaRPr sz="2400">
              <a:latin typeface="Linux Biolinum O"/>
              <a:cs typeface="Linux Biolinum O"/>
            </a:endParaRPr>
          </a:p>
          <a:p>
            <a:pPr marL="349965" lvl="0" indent="-349965" algn="l" rtl="0">
              <a:spcBef>
                <a:spcPts val="0"/>
              </a:spcBef>
              <a:spcAft>
                <a:spcPts val="0"/>
              </a:spcAft>
              <a:buAutoNum type="alphaUcPeriod"/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Linux Biolinum O"/>
                <a:ea typeface="Linux Biolinum O"/>
                <a:cs typeface="Linux Biolinum O"/>
              </a:rPr>
              <a:t>用戶</a:t>
            </a:r>
            <a:r>
              <a:rPr lang="en-US" sz="240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需求</a:t>
            </a:r>
            <a:r>
              <a:rPr lang="en-US" sz="240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書</a:t>
            </a:r>
            <a:r>
              <a:rPr sz="2400">
                <a:latin typeface="Linux Biolinum O"/>
                <a:ea typeface="Linux Biolinum O"/>
                <a:cs typeface="Linux Biolinum O"/>
              </a:rPr>
              <a:t> ———————————————————————————————-</a:t>
            </a:r>
            <a:endParaRPr sz="2400">
              <a:latin typeface="Linux Biolinum O"/>
              <a:cs typeface="Linux Biolinum O"/>
            </a:endParaRPr>
          </a:p>
          <a:p>
            <a:pPr marL="349965" lvl="0" indent="-349965" algn="l" rtl="0">
              <a:spcBef>
                <a:spcPts val="0"/>
              </a:spcBef>
              <a:spcAft>
                <a:spcPts val="0"/>
              </a:spcAft>
              <a:buAutoNum type="alphaUcPeriod"/>
              <a:defRPr/>
            </a:pPr>
            <a:r>
              <a:rPr lang="en-US" sz="240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檔案結構圖</a:t>
            </a:r>
            <a:r>
              <a:rPr sz="2400">
                <a:latin typeface="Linux Biolinum O"/>
                <a:ea typeface="Linux Biolinum O"/>
                <a:cs typeface="Linux Biolinum O"/>
              </a:rPr>
              <a:t> ———————————————————————————————-</a:t>
            </a:r>
            <a:endParaRPr sz="2400">
              <a:latin typeface="Linux Biolinum O"/>
              <a:cs typeface="Linux Biolinum O"/>
            </a:endParaRPr>
          </a:p>
          <a:p>
            <a:pPr marL="349965" lvl="0" indent="-349965" algn="l" rtl="0">
              <a:spcBef>
                <a:spcPts val="0"/>
              </a:spcBef>
              <a:spcAft>
                <a:spcPts val="0"/>
              </a:spcAft>
              <a:buAutoNum type="alphaUcPeriod"/>
              <a:defRPr/>
            </a:pPr>
            <a:r>
              <a:rPr lang="en-US" sz="240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網站架構圖(Sitemap) ——————————————————————————</a:t>
            </a:r>
            <a:endParaRPr lang="en-US" sz="2400">
              <a:solidFill>
                <a:schemeClr val="dk1"/>
              </a:solidFill>
              <a:latin typeface="Linux Biolinum O"/>
              <a:ea typeface="Linux Biolinum O"/>
              <a:cs typeface="Linux Biolinum O"/>
            </a:endParaRPr>
          </a:p>
          <a:p>
            <a:pPr marL="349965" lvl="0" indent="-349965" algn="l" rtl="0">
              <a:spcBef>
                <a:spcPts val="0"/>
              </a:spcBef>
              <a:spcAft>
                <a:spcPts val="0"/>
              </a:spcAft>
              <a:buAutoNum type="alphaUcPeriod"/>
              <a:defRPr/>
            </a:pPr>
            <a:r>
              <a:rPr lang="en-US" sz="240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樣板(Template) —————————————————————————————-</a:t>
            </a:r>
            <a:endParaRPr lang="en-US" sz="2400">
              <a:solidFill>
                <a:schemeClr val="dk1"/>
              </a:solidFill>
              <a:latin typeface="Linux Biolinum O"/>
              <a:ea typeface="Linux Biolinum O"/>
              <a:cs typeface="Linux Biolinum O"/>
            </a:endParaRPr>
          </a:p>
          <a:p>
            <a:pPr marL="349965" lvl="0" indent="-349965" algn="l" rtl="0">
              <a:spcBef>
                <a:spcPts val="0"/>
              </a:spcBef>
              <a:spcAft>
                <a:spcPts val="0"/>
              </a:spcAft>
              <a:buAutoNum type="alphaUcPeriod"/>
              <a:defRPr/>
            </a:pPr>
            <a:r>
              <a:rPr lang="en-US" sz="240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線框圖(Wireframe) ———————————————————————————-</a:t>
            </a:r>
            <a:endParaRPr sz="2400">
              <a:solidFill>
                <a:schemeClr val="dk1"/>
              </a:solidFill>
              <a:latin typeface="Linux Biolinum O"/>
              <a:cs typeface="Linux Biolinum O"/>
            </a:endParaRPr>
          </a:p>
          <a:p>
            <a:pPr marL="349965" lvl="0" indent="-349965" algn="l" rtl="0">
              <a:spcBef>
                <a:spcPts val="0"/>
              </a:spcBef>
              <a:spcAft>
                <a:spcPts val="0"/>
              </a:spcAft>
              <a:buAutoNum type="alphaUcPeriod"/>
              <a:defRPr/>
            </a:pPr>
            <a:r>
              <a:rPr lang="en-US" sz="240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網站測試 —————————————————————————————————</a:t>
            </a:r>
            <a:endParaRPr sz="2400">
              <a:latin typeface="Linux Biolinum O"/>
              <a:cs typeface="Linux Biolinum O"/>
            </a:endParaRPr>
          </a:p>
          <a:p>
            <a:pPr marL="349965" lvl="0" indent="-349965" algn="l" rtl="0">
              <a:spcBef>
                <a:spcPts val="0"/>
              </a:spcBef>
              <a:spcAft>
                <a:spcPts val="0"/>
              </a:spcAft>
              <a:buAutoNum type="alphaUcPeriod"/>
              <a:defRPr/>
            </a:pPr>
            <a:r>
              <a:rPr lang="en-US" sz="2400" b="0" i="0" u="none" strike="noStrike" cap="none" spc="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屏幕截圖及說明</a:t>
            </a:r>
            <a:r>
              <a:rPr lang="en-US" sz="240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 —————————————————————————————</a:t>
            </a:r>
            <a:endParaRPr lang="en-US" sz="2400">
              <a:solidFill>
                <a:schemeClr val="dk1"/>
              </a:solidFill>
              <a:latin typeface="Linux Biolinum O"/>
              <a:ea typeface="Linux Biolinum O"/>
              <a:cs typeface="Linux Biolinum O"/>
            </a:endParaRPr>
          </a:p>
          <a:p>
            <a:pPr marL="349965" lvl="0" indent="-349965" algn="l" rtl="0">
              <a:spcBef>
                <a:spcPts val="0"/>
              </a:spcBef>
              <a:spcAft>
                <a:spcPts val="0"/>
              </a:spcAft>
              <a:buAutoNum type="alphaUcPeriod"/>
              <a:defRPr/>
            </a:pPr>
            <a:r>
              <a:rPr lang="en-US" sz="2400" b="0" i="0" u="none" strike="noStrike" cap="none" spc="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網站發佈</a:t>
            </a:r>
            <a:r>
              <a:rPr sz="2400">
                <a:latin typeface="Linux Biolinum O"/>
                <a:ea typeface="Linux Biolinum O"/>
                <a:cs typeface="Linux Biolinum O"/>
              </a:rPr>
              <a:t>—————————————————————————————</a:t>
            </a:r>
            <a:r>
              <a:rPr lang="en-US" sz="240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————</a:t>
            </a:r>
            <a:endParaRPr sz="2400">
              <a:latin typeface="Linux Biolinum O"/>
              <a:cs typeface="Linux Biolinum O"/>
            </a:endParaRPr>
          </a:p>
          <a:p>
            <a:pPr marL="349965" lvl="0" indent="-349965" algn="l" rtl="0">
              <a:spcBef>
                <a:spcPts val="0"/>
              </a:spcBef>
              <a:spcAft>
                <a:spcPts val="0"/>
              </a:spcAft>
              <a:buAutoNum type="alphaUcPeriod"/>
              <a:defRPr/>
            </a:pPr>
            <a:r>
              <a:rPr lang="en-US" sz="240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總結 ———————————————————————————————————-</a:t>
            </a:r>
            <a:endParaRPr lang="en-US" sz="2400">
              <a:solidFill>
                <a:schemeClr val="dk1"/>
              </a:solidFill>
              <a:latin typeface="Linux Biolinum O"/>
              <a:ea typeface="Linux Biolinum O"/>
              <a:cs typeface="Linux Biolinum O"/>
            </a:endParaRPr>
          </a:p>
        </p:txBody>
      </p:sp>
      <p:cxnSp>
        <p:nvCxnSpPr>
          <p:cNvPr id="427390724" name="直線接點 4"/>
          <p:cNvCxnSpPr/>
          <p:nvPr/>
        </p:nvCxnSpPr>
        <p:spPr bwMode="auto">
          <a:xfrm flipV="1">
            <a:off x="0" y="584802"/>
            <a:ext cx="12192000" cy="6564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9143205" name="Slide Number Placeholder 7"/>
          <p:cNvSpPr>
            <a:spLocks noGrp="1"/>
          </p:cNvSpPr>
          <p:nvPr>
            <p:ph type="sldNum" idx="12"/>
          </p:nvPr>
        </p:nvSpPr>
        <p:spPr bwMode="auto">
          <a:xfrm>
            <a:off x="8393768" y="6037490"/>
            <a:ext cx="2743200" cy="365124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2</a:t>
            </a:fld>
            <a:endParaRPr lang="en-US"/>
          </a:p>
        </p:txBody>
      </p:sp>
      <p:sp>
        <p:nvSpPr>
          <p:cNvPr id="906670632" name="Google Shape;91;p1"/>
          <p:cNvSpPr txBox="1"/>
          <p:nvPr/>
        </p:nvSpPr>
        <p:spPr bwMode="auto">
          <a:xfrm flipH="0" flipV="0">
            <a:off x="9765364" y="795015"/>
            <a:ext cx="986373" cy="4846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2" tIns="45697" rIns="91422" bIns="45697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400" u="sng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頁數</a:t>
            </a:r>
            <a:endParaRPr lang="en-US" sz="2400" u="sng">
              <a:solidFill>
                <a:schemeClr val="dk1"/>
              </a:solidFill>
              <a:latin typeface="Linux Biolinum O"/>
              <a:ea typeface="Linux Biolinum O"/>
              <a:cs typeface="Linux Biolinum O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2400">
              <a:solidFill>
                <a:schemeClr val="dk1"/>
              </a:solidFill>
              <a:latin typeface="Linux Biolinum O"/>
              <a:cs typeface="Linux Biolinum O"/>
            </a:endParaRPr>
          </a:p>
          <a:p>
            <a:pPr lvl="0" algn="l" rtl="0">
              <a:spcBef>
                <a:spcPts val="0"/>
              </a:spcBef>
              <a:spcAft>
                <a:spcPts val="0"/>
              </a:spcAft>
              <a:defRPr/>
            </a:pPr>
            <a:r>
              <a:rPr sz="2400">
                <a:solidFill>
                  <a:srgbClr val="FF0000"/>
                </a:solidFill>
                <a:latin typeface="Linux Biolinum O"/>
                <a:cs typeface="Linux Biolinum O"/>
              </a:rPr>
              <a:t>2</a:t>
            </a:r>
            <a:endParaRPr sz="2400">
              <a:solidFill>
                <a:srgbClr val="FF0000"/>
              </a:solidFill>
              <a:latin typeface="Linux Biolinum O"/>
              <a:cs typeface="Linux Biolinum O"/>
            </a:endParaRPr>
          </a:p>
          <a:p>
            <a:pPr lvl="0" algn="l" rtl="0">
              <a:spcBef>
                <a:spcPts val="0"/>
              </a:spcBef>
              <a:spcAft>
                <a:spcPts val="0"/>
              </a:spcAft>
              <a:defRPr/>
            </a:pPr>
            <a:r>
              <a:rPr sz="2400">
                <a:solidFill>
                  <a:srgbClr val="FF0000"/>
                </a:solidFill>
                <a:latin typeface="Linux Biolinum O"/>
                <a:cs typeface="Linux Biolinum O"/>
              </a:rPr>
              <a:t>2</a:t>
            </a:r>
            <a:endParaRPr sz="2400">
              <a:solidFill>
                <a:srgbClr val="FF0000"/>
              </a:solidFill>
              <a:latin typeface="Linux Biolinum O"/>
              <a:cs typeface="Linux Biolinum O"/>
            </a:endParaRPr>
          </a:p>
          <a:p>
            <a:pPr lvl="0" algn="l" rtl="0">
              <a:spcBef>
                <a:spcPts val="0"/>
              </a:spcBef>
              <a:spcAft>
                <a:spcPts val="0"/>
              </a:spcAft>
              <a:defRPr/>
            </a:pPr>
            <a:r>
              <a:rPr sz="2400">
                <a:solidFill>
                  <a:srgbClr val="FF0000"/>
                </a:solidFill>
                <a:latin typeface="Linux Biolinum O"/>
                <a:cs typeface="Linux Biolinum O"/>
              </a:rPr>
              <a:t>2</a:t>
            </a:r>
            <a:endParaRPr sz="2400">
              <a:solidFill>
                <a:srgbClr val="FF0000"/>
              </a:solidFill>
              <a:latin typeface="Linux Biolinum O"/>
              <a:cs typeface="Linux Biolinum O"/>
            </a:endParaRPr>
          </a:p>
          <a:p>
            <a:pPr lvl="0" algn="l" rtl="0">
              <a:spcBef>
                <a:spcPts val="0"/>
              </a:spcBef>
              <a:spcAft>
                <a:spcPts val="0"/>
              </a:spcAft>
              <a:defRPr/>
            </a:pPr>
            <a:r>
              <a:rPr sz="2400">
                <a:solidFill>
                  <a:srgbClr val="FF0000"/>
                </a:solidFill>
                <a:latin typeface="Linux Biolinum O"/>
                <a:ea typeface="Linux Biolinum O"/>
                <a:cs typeface="Linux Biolinum O"/>
              </a:rPr>
              <a:t>2</a:t>
            </a:r>
            <a:endParaRPr sz="2400">
              <a:solidFill>
                <a:srgbClr val="FF0000"/>
              </a:solidFill>
              <a:latin typeface="Linux Biolinum O"/>
              <a:cs typeface="Linux Biolinum O"/>
            </a:endParaRPr>
          </a:p>
          <a:p>
            <a:pPr lvl="0" algn="l" rtl="0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400">
                <a:solidFill>
                  <a:srgbClr val="FF0000"/>
                </a:solidFill>
                <a:latin typeface="Linux Biolinum O"/>
                <a:ea typeface="Linux Biolinum O"/>
                <a:cs typeface="Linux Biolinum O"/>
              </a:rPr>
              <a:t>2</a:t>
            </a:r>
            <a:endParaRPr sz="2400">
              <a:solidFill>
                <a:srgbClr val="FF0000"/>
              </a:solidFill>
              <a:latin typeface="Linux Biolinum O"/>
              <a:cs typeface="Linux Biolinum O"/>
            </a:endParaRPr>
          </a:p>
          <a:p>
            <a:pPr lvl="0" algn="l" rtl="0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400">
                <a:solidFill>
                  <a:srgbClr val="FF0000"/>
                </a:solidFill>
                <a:latin typeface="Linux Biolinum O"/>
                <a:ea typeface="Linux Biolinum O"/>
                <a:cs typeface="Linux Biolinum O"/>
              </a:rPr>
              <a:t>2</a:t>
            </a:r>
            <a:endParaRPr lang="en-US" sz="2400">
              <a:solidFill>
                <a:srgbClr val="FF0000"/>
              </a:solidFill>
              <a:latin typeface="Linux Biolinum O"/>
              <a:ea typeface="Linux Biolinum O"/>
              <a:cs typeface="Linux Biolinum O"/>
            </a:endParaRPr>
          </a:p>
          <a:p>
            <a:pPr lvl="0" algn="l" rtl="0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400">
                <a:solidFill>
                  <a:srgbClr val="FF0000"/>
                </a:solidFill>
                <a:latin typeface="Linux Biolinum O"/>
                <a:ea typeface="Linux Biolinum O"/>
                <a:cs typeface="Linux Biolinum O"/>
              </a:rPr>
              <a:t>2</a:t>
            </a:r>
            <a:endParaRPr sz="2400">
              <a:solidFill>
                <a:srgbClr val="FF0000"/>
              </a:solidFill>
              <a:latin typeface="Linux Biolinum O"/>
              <a:ea typeface="Linux Biolinum O"/>
              <a:cs typeface="Linux Biolinum O"/>
            </a:endParaRPr>
          </a:p>
          <a:p>
            <a:pPr lvl="0" algn="l" rtl="0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400">
                <a:solidFill>
                  <a:srgbClr val="FF0000"/>
                </a:solidFill>
                <a:latin typeface="Linux Biolinum O"/>
                <a:ea typeface="Linux Biolinum O"/>
                <a:cs typeface="Linux Biolinum O"/>
              </a:rPr>
              <a:t>2</a:t>
            </a:r>
            <a:endParaRPr sz="2400">
              <a:solidFill>
                <a:srgbClr val="FF0000"/>
              </a:solidFill>
              <a:latin typeface="Linux Biolinum O"/>
              <a:cs typeface="Linux Biolinum O"/>
            </a:endParaRPr>
          </a:p>
          <a:p>
            <a:pPr lvl="0" algn="l" rtl="0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400">
                <a:solidFill>
                  <a:srgbClr val="FF0000"/>
                </a:solidFill>
                <a:latin typeface="Linux Biolinum O"/>
                <a:ea typeface="Linux Biolinum O"/>
                <a:cs typeface="Linux Biolinum O"/>
              </a:rPr>
              <a:t>2</a:t>
            </a:r>
            <a:endParaRPr sz="2400">
              <a:solidFill>
                <a:srgbClr val="FF0000"/>
              </a:solidFill>
              <a:latin typeface="Linux Biolinum O"/>
              <a:cs typeface="Linux Biolinum O"/>
            </a:endParaRPr>
          </a:p>
          <a:p>
            <a:pPr lvl="0" algn="l" rtl="0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400">
                <a:solidFill>
                  <a:srgbClr val="FF0000"/>
                </a:solidFill>
                <a:latin typeface="Linux Biolinum O"/>
                <a:ea typeface="Linux Biolinum O"/>
                <a:cs typeface="Linux Biolinum O"/>
              </a:rPr>
              <a:t>2</a:t>
            </a:r>
            <a:endParaRPr sz="2400">
              <a:solidFill>
                <a:srgbClr val="FF0000"/>
              </a:solidFill>
              <a:latin typeface="Linux Biolinum O"/>
              <a:cs typeface="Linux Biolinum O"/>
            </a:endParaRPr>
          </a:p>
          <a:p>
            <a:pPr lvl="0" algn="l" rtl="0">
              <a:spcBef>
                <a:spcPts val="0"/>
              </a:spcBef>
              <a:spcAft>
                <a:spcPts val="0"/>
              </a:spcAft>
              <a:defRPr/>
            </a:pPr>
            <a:r>
              <a:rPr sz="2400">
                <a:solidFill>
                  <a:srgbClr val="FF0000"/>
                </a:solidFill>
                <a:latin typeface="Linux Biolinum O"/>
                <a:cs typeface="Linux Biolinum O"/>
              </a:rPr>
              <a:t>2</a:t>
            </a:r>
            <a:endParaRPr sz="2400">
              <a:solidFill>
                <a:srgbClr val="FF0000"/>
              </a:solidFill>
              <a:latin typeface="Linux Biolinum O"/>
              <a:cs typeface="Linux Biolinum 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alphaModFix/>
          </a:blip>
          <a:tile algn="tl" flip="none" sx="100000" sy="100000" tx="0" ty="0"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cxnSp>
        <p:nvCxnSpPr>
          <p:cNvPr id="305471401" name="直線接點 4"/>
          <p:cNvCxnSpPr/>
          <p:nvPr/>
        </p:nvCxnSpPr>
        <p:spPr bwMode="auto">
          <a:xfrm flipV="1">
            <a:off x="0" y="584802"/>
            <a:ext cx="12192000" cy="6564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2506027" name="TextBox 20"/>
          <p:cNvSpPr txBox="1"/>
          <p:nvPr/>
        </p:nvSpPr>
        <p:spPr bwMode="auto">
          <a:xfrm>
            <a:off x="0" y="646290"/>
            <a:ext cx="3009078" cy="4643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/>
              <a:t>A. 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Times New Roman"/>
              </a:rPr>
              <a:t>客戶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簡介</a:t>
            </a:r>
            <a:endParaRPr/>
          </a:p>
        </p:txBody>
      </p:sp>
      <p:sp>
        <p:nvSpPr>
          <p:cNvPr id="188187898" name="TextBox 23"/>
          <p:cNvSpPr txBox="1"/>
          <p:nvPr/>
        </p:nvSpPr>
        <p:spPr bwMode="auto">
          <a:xfrm flipH="0" flipV="0">
            <a:off x="326961" y="1110686"/>
            <a:ext cx="11806161" cy="48125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05908" indent="-305908" algn="l">
              <a:buAutoNum type="arabicPeriod"/>
              <a:defRPr/>
            </a:pPr>
            <a:r>
              <a:rPr lang="zh-TW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闌珊相親及婚姻家庭服務有限公司</a:t>
            </a:r>
            <a:r>
              <a:rPr lang="en-US" sz="2400" b="0" i="0" u="none" strike="noStrike" cap="none" spc="0">
                <a:solidFill>
                  <a:schemeClr val="tx1"/>
                </a:solidFill>
                <a:latin typeface="Arial"/>
                <a:ea typeface="Times New Roman"/>
                <a:cs typeface="Times New Roman"/>
              </a:rPr>
              <a:t>(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簡稱</a:t>
            </a:r>
            <a:r>
              <a:rPr lang="zh-TW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闌珊</a:t>
            </a:r>
            <a:r>
              <a:rPr lang="zh-TW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公司</a:t>
            </a:r>
            <a:r>
              <a:rPr sz="2400"/>
              <a:t>，下同</a:t>
            </a:r>
            <a:r>
              <a:rPr sz="2400"/>
              <a:t>)為本地一間有二十多年歷史的中小型企業。</a:t>
            </a:r>
            <a:endParaRPr sz="2400"/>
          </a:p>
          <a:p>
            <a:pPr marL="305908" indent="-305908" algn="l">
              <a:buAutoNum type="arabicPeriod"/>
              <a:defRPr/>
            </a:pPr>
            <a:r>
              <a:rPr lang="zh-TW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闌珊</a:t>
            </a:r>
            <a:r>
              <a:rPr lang="zh-TW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公司</a:t>
            </a:r>
            <a:r>
              <a:rPr sz="2400"/>
              <a:t>的“</a:t>
            </a:r>
            <a:r>
              <a:rPr lang="zh-TW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闌珊</a:t>
            </a:r>
            <a:r>
              <a:rPr lang="en-US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”</a:t>
            </a:r>
            <a:r>
              <a:rPr sz="2400"/>
              <a:t>兩字來</a:t>
            </a:r>
            <a:r>
              <a:rPr sz="2400"/>
              <a:t>自中國</a:t>
            </a:r>
            <a:r>
              <a:rPr sz="24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宋代著名</a:t>
            </a:r>
            <a:r>
              <a:rPr sz="24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詞</a:t>
            </a:r>
            <a:r>
              <a:rPr sz="24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人辛棄疾的</a:t>
            </a:r>
            <a:r>
              <a:rPr sz="24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經典名篇</a:t>
            </a:r>
            <a:r>
              <a:rPr sz="24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《青玉案·元夕》(註)。</a:t>
            </a:r>
            <a:endParaRPr sz="2400"/>
          </a:p>
          <a:p>
            <a:pPr marL="305908" indent="-305908" algn="l">
              <a:buAutoNum type="arabicPeriod"/>
              <a:defRPr/>
            </a:pPr>
            <a:r>
              <a:rPr lang="zh-TW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闌珊</a:t>
            </a:r>
            <a:r>
              <a:rPr lang="zh-TW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公司</a:t>
            </a:r>
            <a:r>
              <a:rPr sz="2400"/>
              <a:t>的主營業務</a:t>
            </a:r>
            <a:r>
              <a:rPr sz="2400"/>
              <a:t>為</a:t>
            </a:r>
            <a:r>
              <a:rPr lang="zh-TW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相親</a:t>
            </a:r>
            <a:r>
              <a:rPr sz="2400"/>
              <a:t>對象介紹，包括: 提供相親對象查冊服務、相親午餐／晚餐安排</a:t>
            </a:r>
            <a:r>
              <a:rPr sz="2400"/>
              <a:t>服務</a:t>
            </a:r>
            <a:r>
              <a:rPr sz="2400"/>
              <a:t>、大型相親旅行、</a:t>
            </a:r>
            <a:r>
              <a:rPr lang="zh-TW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闌珊</a:t>
            </a:r>
            <a:r>
              <a:rPr sz="2400"/>
              <a:t>通訊軟件服務、性格類型測試服務等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等</a:t>
            </a:r>
            <a:r>
              <a:rPr sz="2400"/>
              <a:t>。</a:t>
            </a:r>
            <a:endParaRPr sz="2400"/>
          </a:p>
          <a:p>
            <a:pPr marL="305908" indent="-305908" algn="l">
              <a:buAutoNum type="arabicPeriod"/>
              <a:defRPr/>
            </a:pPr>
            <a:r>
              <a:rPr lang="zh-TW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闌珊</a:t>
            </a:r>
            <a:r>
              <a:rPr lang="zh-TW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公司</a:t>
            </a:r>
            <a:r>
              <a:rPr sz="2400"/>
              <a:t>亦同時經營一些與</a:t>
            </a:r>
            <a:r>
              <a:rPr lang="zh-TW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婚姻家庭</a:t>
            </a:r>
            <a:r>
              <a:rPr sz="2400"/>
              <a:t>事宜有關的業務，包括: 婚禮籌辦、婚前婚後心理輔導、產前產後醫療</a:t>
            </a:r>
            <a:r>
              <a:rPr sz="2400"/>
              <a:t>檢查、親子鑑定、分手服務、遺產分配與繼承</a:t>
            </a:r>
            <a:r>
              <a:rPr sz="2400"/>
              <a:t>等。</a:t>
            </a:r>
            <a:endParaRPr sz="2400"/>
          </a:p>
          <a:p>
            <a:pPr marL="305908" indent="-305908" algn="l">
              <a:buAutoNum type="arabicPeriod"/>
              <a:defRPr/>
            </a:pPr>
            <a:r>
              <a:rPr lang="zh-TW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闌珊</a:t>
            </a:r>
            <a:r>
              <a:rPr lang="zh-TW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公司</a:t>
            </a:r>
            <a:r>
              <a:rPr sz="2400"/>
              <a:t>也定期參予不同社會慈善活動，以回饋社會。</a:t>
            </a:r>
            <a:endParaRPr sz="2400"/>
          </a:p>
          <a:p>
            <a:pPr marL="305908" indent="-305908" algn="l">
              <a:buAutoNum type="arabicPeriod"/>
              <a:defRPr/>
            </a:pPr>
            <a:r>
              <a:rPr lang="zh-TW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闌珊</a:t>
            </a:r>
            <a:r>
              <a:rPr lang="zh-TW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公司</a:t>
            </a:r>
            <a:r>
              <a:rPr sz="2400"/>
              <a:t>目前的員工總數約十五人，包括八名全職</a:t>
            </a:r>
            <a:r>
              <a:rPr sz="2400"/>
              <a:t>員工</a:t>
            </a:r>
            <a:r>
              <a:rPr sz="2400"/>
              <a:t>及七名兼職</a:t>
            </a:r>
            <a:r>
              <a:rPr sz="2400"/>
              <a:t>員工</a:t>
            </a:r>
            <a:r>
              <a:rPr sz="2400"/>
              <a:t>。</a:t>
            </a:r>
            <a:endParaRPr sz="2400"/>
          </a:p>
          <a:p>
            <a:pPr marL="305908" indent="-305908" algn="l">
              <a:buAutoNum type="arabicPeriod"/>
              <a:defRPr/>
            </a:pPr>
            <a:r>
              <a:rPr sz="2400"/>
              <a:t>為了提供更優質的服務，</a:t>
            </a:r>
            <a:r>
              <a:rPr lang="zh-TW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闌珊</a:t>
            </a:r>
            <a:r>
              <a:rPr lang="zh-TW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公司</a:t>
            </a:r>
            <a:r>
              <a:rPr sz="2400"/>
              <a:t>決定建立一個全新的網站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(簡稱</a:t>
            </a:r>
            <a:r>
              <a:rPr lang="zh-TW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闌珊</a:t>
            </a:r>
            <a:r>
              <a:rPr sz="2400"/>
              <a:t>網站</a:t>
            </a:r>
            <a:r>
              <a:rPr sz="2400"/>
              <a:t>，下同</a:t>
            </a:r>
            <a:r>
              <a:rPr sz="2400"/>
              <a:t>)</a:t>
            </a:r>
            <a:r>
              <a:rPr sz="2400"/>
              <a:t>。</a:t>
            </a:r>
            <a:endParaRPr sz="2400"/>
          </a:p>
          <a:p>
            <a:pPr algn="l">
              <a:defRPr/>
            </a:pPr>
            <a:endParaRPr sz="2400"/>
          </a:p>
          <a:p>
            <a:pPr algn="l">
              <a:defRPr/>
            </a:pPr>
            <a:r>
              <a:rPr sz="2000"/>
              <a:t>(註)</a:t>
            </a:r>
            <a:r>
              <a:rPr sz="20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《青玉案·元夕》</a:t>
            </a:r>
            <a:r>
              <a:rPr sz="2000"/>
              <a:t>原文:　</a:t>
            </a:r>
            <a:r>
              <a:rPr sz="20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東風夜放花千樹，更吹落、星如雨。</a:t>
            </a:r>
            <a:r>
              <a:rPr sz="20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寶馬雕車香滿路。</a:t>
            </a:r>
            <a:r>
              <a:rPr sz="20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鳳簫聲動，玉壺光轉，一夜魚龍舞。</a:t>
            </a:r>
            <a:r>
              <a:rPr sz="20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蛾兒雪柳黃金縷，笑語盈盈暗香去。</a:t>
            </a:r>
            <a:r>
              <a:rPr sz="20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眾裏尋他千百度，驀然迴首，那人卻在燈火闌珊處。</a:t>
            </a:r>
            <a:endParaRPr sz="2000"/>
          </a:p>
        </p:txBody>
      </p:sp>
      <p:sp>
        <p:nvSpPr>
          <p:cNvPr id="1634755021" name="Slide Number Placeholder 1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3</a:t>
            </a:fld>
            <a:endParaRPr lang="en-US"/>
          </a:p>
        </p:txBody>
      </p:sp>
      <p:sp>
        <p:nvSpPr>
          <p:cNvPr id="199394557" name="Google Shape;90;p1"/>
          <p:cNvSpPr txBox="1"/>
          <p:nvPr/>
        </p:nvSpPr>
        <p:spPr bwMode="auto">
          <a:xfrm>
            <a:off x="-44817" y="0"/>
            <a:ext cx="12281996" cy="653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3" tIns="45699" rIns="91423" bIns="45699" anchor="t" anchorCtr="0">
            <a:spAutoFit/>
          </a:bodyPr>
          <a:lstStyle/>
          <a:p>
            <a:pPr>
              <a:defRPr/>
            </a:pP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前端網站開發人員證書</a:t>
            </a: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(CT288DS006)</a:t>
            </a:r>
            <a:r>
              <a:rPr lang="en-US" sz="1800">
                <a:latin typeface="Arial"/>
                <a:ea typeface="Times New Roman"/>
                <a:cs typeface="Times New Roman"/>
              </a:rPr>
              <a:t> -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Arial"/>
                <a:ea typeface="Times New Roman"/>
                <a:cs typeface="Times New Roman"/>
              </a:rPr>
              <a:t>網站開發專案</a:t>
            </a:r>
            <a:endParaRPr lang="en-US" sz="1800">
              <a:latin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開發者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HO Siu Hang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 (Desmond)  </a:t>
            </a: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學生編號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12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			</a:t>
            </a:r>
            <a:r>
              <a:rPr lang="zh-TW" sz="1800" b="0" i="0" u="none" strike="noStrike" cap="none" spc="0">
                <a:solidFill>
                  <a:srgbClr val="152BEB"/>
                </a:solidFill>
                <a:latin typeface="Arial"/>
                <a:ea typeface="Calibri"/>
                <a:cs typeface="Calibri"/>
              </a:rPr>
              <a:t>			闌珊相親</a:t>
            </a:r>
            <a:r>
              <a:rPr lang="en-US" sz="1800" b="0" i="0" u="none" strike="noStrike" cap="none" spc="0">
                <a:solidFill>
                  <a:srgbClr val="152BEB"/>
                </a:solidFill>
                <a:latin typeface="Arial"/>
                <a:ea typeface="Times New Roman"/>
                <a:cs typeface="Times New Roman"/>
              </a:rPr>
              <a:t>網站</a:t>
            </a:r>
            <a:endParaRPr sz="1800">
              <a:solidFill>
                <a:srgbClr val="0000FF"/>
              </a:solidFill>
              <a:latin typeface="Arial"/>
              <a:ea typeface="Calibri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alphaModFix/>
          </a:blip>
          <a:tile algn="tl" flip="none" sx="100000" sy="100000" tx="0" ty="0"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cxnSp>
        <p:nvCxnSpPr>
          <p:cNvPr id="313957207" name="直線接點 4"/>
          <p:cNvCxnSpPr/>
          <p:nvPr/>
        </p:nvCxnSpPr>
        <p:spPr bwMode="auto">
          <a:xfrm flipV="1">
            <a:off x="0" y="584802"/>
            <a:ext cx="12192000" cy="6564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6566779" name="TextBox 20"/>
          <p:cNvSpPr txBox="1"/>
          <p:nvPr/>
        </p:nvSpPr>
        <p:spPr bwMode="auto">
          <a:xfrm flipH="0" flipV="0">
            <a:off x="0" y="646290"/>
            <a:ext cx="4853589" cy="4643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/>
              <a:t>B. 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項目計劃書</a:t>
            </a:r>
            <a:endParaRPr/>
          </a:p>
        </p:txBody>
      </p:sp>
      <p:sp>
        <p:nvSpPr>
          <p:cNvPr id="186130567" name="TextBox 23"/>
          <p:cNvSpPr txBox="1"/>
          <p:nvPr/>
        </p:nvSpPr>
        <p:spPr bwMode="auto">
          <a:xfrm flipH="0" flipV="0">
            <a:off x="368624" y="1232279"/>
            <a:ext cx="11013614" cy="3086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9965" indent="-349965">
              <a:buAutoNum type="arabicPeriod"/>
              <a:defRPr/>
            </a:pPr>
            <a:r>
              <a:rPr sz="2400"/>
              <a:t>收集客戶/用戶關於</a:t>
            </a:r>
            <a:r>
              <a:rPr lang="zh-TW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闌珊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網站</a:t>
            </a:r>
            <a:r>
              <a:rPr sz="2400"/>
              <a:t>的需求。  </a:t>
            </a:r>
            <a:endParaRPr sz="2400"/>
          </a:p>
          <a:p>
            <a:pPr marL="349965" indent="-349965">
              <a:buAutoNum type="arabicPeriod"/>
              <a:defRPr/>
            </a:pPr>
            <a:r>
              <a:rPr sz="2400"/>
              <a:t>規劃資源，包括時間和人力資源。  </a:t>
            </a:r>
            <a:endParaRPr sz="2400"/>
          </a:p>
          <a:p>
            <a:pPr marL="349965" indent="-349965">
              <a:buAutoNum type="arabicPeriod"/>
              <a:defRPr/>
            </a:pPr>
            <a:r>
              <a:rPr sz="2400"/>
              <a:t>選擇構建</a:t>
            </a:r>
            <a:r>
              <a:rPr lang="zh-TW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闌珊</a:t>
            </a:r>
            <a:r>
              <a:rPr sz="2400"/>
              <a:t>網站的工具：  </a:t>
            </a:r>
            <a:endParaRPr sz="2400"/>
          </a:p>
          <a:p>
            <a:pPr>
              <a:defRPr/>
            </a:pPr>
            <a:r>
              <a:rPr sz="2400"/>
              <a:t>	(a) HTML, CSS, JavaScript, react.js</a:t>
            </a:r>
            <a:endParaRPr sz="2400"/>
          </a:p>
          <a:p>
            <a:pPr>
              <a:defRPr/>
            </a:pPr>
            <a:r>
              <a:rPr sz="2400"/>
              <a:t>	(b) Visual Studio Code  </a:t>
            </a:r>
            <a:endParaRPr sz="2400"/>
          </a:p>
          <a:p>
            <a:pPr>
              <a:defRPr/>
            </a:pPr>
            <a:r>
              <a:rPr sz="2400"/>
              <a:t>	</a:t>
            </a:r>
            <a:r>
              <a:rPr sz="2400"/>
              <a:t>(c) Git 和 GitHub  </a:t>
            </a:r>
            <a:endParaRPr sz="2400"/>
          </a:p>
          <a:p>
            <a:pPr>
              <a:defRPr/>
            </a:pPr>
            <a:r>
              <a:rPr sz="2400"/>
              <a:t>4. 分析</a:t>
            </a:r>
            <a:r>
              <a:rPr lang="zh-TW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闌珊</a:t>
            </a:r>
            <a:r>
              <a:rPr sz="2400"/>
              <a:t>網站的業務邏輯。  </a:t>
            </a:r>
            <a:endParaRPr sz="2400"/>
          </a:p>
          <a:p>
            <a:pPr>
              <a:defRPr/>
            </a:pPr>
            <a:r>
              <a:rPr sz="2400"/>
              <a:t>5. 採用最具成本效益的方法。</a:t>
            </a:r>
            <a:r>
              <a:rPr lang="en-US" sz="2400"/>
              <a:t>	</a:t>
            </a:r>
            <a:endParaRPr sz="2400"/>
          </a:p>
        </p:txBody>
      </p:sp>
      <p:sp>
        <p:nvSpPr>
          <p:cNvPr id="1655630637" name="Slide Number Placeholder 1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4</a:t>
            </a:fld>
            <a:endParaRPr lang="en-US"/>
          </a:p>
        </p:txBody>
      </p:sp>
      <p:sp>
        <p:nvSpPr>
          <p:cNvPr id="704973765" name="Google Shape;90;p1"/>
          <p:cNvSpPr txBox="1"/>
          <p:nvPr/>
        </p:nvSpPr>
        <p:spPr bwMode="auto">
          <a:xfrm>
            <a:off x="-89996" y="-35710"/>
            <a:ext cx="12281996" cy="653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3" tIns="45699" rIns="91423" bIns="45699" anchor="t" anchorCtr="0">
            <a:spAutoFit/>
          </a:bodyPr>
          <a:lstStyle/>
          <a:p>
            <a:pPr>
              <a:defRPr/>
            </a:pP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前端網站開發人員證書</a:t>
            </a: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(CT288DS006)</a:t>
            </a:r>
            <a:r>
              <a:rPr lang="en-US" sz="1800">
                <a:latin typeface="Arial"/>
                <a:ea typeface="Times New Roman"/>
                <a:cs typeface="Times New Roman"/>
              </a:rPr>
              <a:t> -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Arial"/>
                <a:ea typeface="Times New Roman"/>
                <a:cs typeface="Times New Roman"/>
              </a:rPr>
              <a:t>網站開發專案</a:t>
            </a:r>
            <a:endParaRPr lang="en-US" sz="1800">
              <a:latin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開發者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HO Siu Hang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 (Desmond)  </a:t>
            </a: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學生編號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12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			</a:t>
            </a:r>
            <a:r>
              <a:rPr lang="zh-TW" sz="1800" b="0" i="0" u="none" strike="noStrike" cap="none" spc="0">
                <a:solidFill>
                  <a:srgbClr val="152BEB"/>
                </a:solidFill>
                <a:latin typeface="Arial"/>
                <a:ea typeface="Calibri"/>
                <a:cs typeface="Calibri"/>
              </a:rPr>
              <a:t>			闌珊相親</a:t>
            </a:r>
            <a:r>
              <a:rPr lang="en-US" sz="1800" b="0" i="0" u="none" strike="noStrike" cap="none" spc="0">
                <a:solidFill>
                  <a:srgbClr val="152BEB"/>
                </a:solidFill>
                <a:latin typeface="Arial"/>
                <a:ea typeface="Times New Roman"/>
                <a:cs typeface="Times New Roman"/>
              </a:rPr>
              <a:t>網站</a:t>
            </a:r>
            <a:endParaRPr sz="1800">
              <a:solidFill>
                <a:srgbClr val="0000FF"/>
              </a:solidFill>
              <a:latin typeface="Arial"/>
              <a:ea typeface="Calibri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alphaModFix/>
          </a:blip>
          <a:tile algn="tl" flip="none" sx="100000" sy="100000" tx="0" ty="0"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cxnSp>
        <p:nvCxnSpPr>
          <p:cNvPr id="1881268975" name="直線接點 4"/>
          <p:cNvCxnSpPr/>
          <p:nvPr/>
        </p:nvCxnSpPr>
        <p:spPr bwMode="auto">
          <a:xfrm flipV="1">
            <a:off x="0" y="584801"/>
            <a:ext cx="12191999" cy="65639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2070462" name="TextBox 20"/>
          <p:cNvSpPr txBox="1"/>
          <p:nvPr/>
        </p:nvSpPr>
        <p:spPr bwMode="auto">
          <a:xfrm flipH="0" flipV="0">
            <a:off x="0" y="646290"/>
            <a:ext cx="4860069" cy="4679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/>
              <a:t>B. 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項目計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劃書</a:t>
            </a:r>
            <a:r>
              <a:rPr sz="2400"/>
              <a:t>(續)</a:t>
            </a:r>
            <a:endParaRPr sz="2400"/>
          </a:p>
        </p:txBody>
      </p:sp>
      <p:sp>
        <p:nvSpPr>
          <p:cNvPr id="825028000" name="TextBox 23"/>
          <p:cNvSpPr txBox="1"/>
          <p:nvPr/>
        </p:nvSpPr>
        <p:spPr bwMode="auto">
          <a:xfrm flipH="0" flipV="0">
            <a:off x="333987" y="1062301"/>
            <a:ext cx="5019026" cy="4679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/>
              <a:t>6. 項目開發</a:t>
            </a:r>
            <a:r>
              <a:rPr sz="2400"/>
              <a:t>流程時間表</a:t>
            </a:r>
            <a:endParaRPr sz="2400"/>
          </a:p>
        </p:txBody>
      </p:sp>
      <p:sp>
        <p:nvSpPr>
          <p:cNvPr id="1649572043" name="Slide Number Placeholder 1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B0BDB7B7-9856-9F58-E353-686AEB7B2890}" type="slidenum">
              <a:rPr lang="en-US"/>
              <a:t>4</a:t>
            </a:fld>
            <a:endParaRPr lang="en-US"/>
          </a:p>
        </p:txBody>
      </p:sp>
      <p:sp>
        <p:nvSpPr>
          <p:cNvPr id="666474941" name="Google Shape;90;p1"/>
          <p:cNvSpPr txBox="1"/>
          <p:nvPr/>
        </p:nvSpPr>
        <p:spPr bwMode="auto">
          <a:xfrm>
            <a:off x="-89995" y="-35709"/>
            <a:ext cx="12281995" cy="653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2" tIns="45698" rIns="91422" bIns="45698" anchor="t" anchorCtr="0">
            <a:spAutoFit/>
          </a:bodyPr>
          <a:lstStyle/>
          <a:p>
            <a:pPr>
              <a:defRPr/>
            </a:pP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前端網站開發人員證書</a:t>
            </a: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(CT288DS006)</a:t>
            </a:r>
            <a:r>
              <a:rPr lang="en-US" sz="1800">
                <a:latin typeface="Arial"/>
                <a:ea typeface="Times New Roman"/>
                <a:cs typeface="Times New Roman"/>
              </a:rPr>
              <a:t> -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Arial"/>
                <a:ea typeface="Times New Roman"/>
                <a:cs typeface="Times New Roman"/>
              </a:rPr>
              <a:t>網站開發專案</a:t>
            </a:r>
            <a:endParaRPr lang="en-US" sz="1800">
              <a:latin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開發者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HO Siu Hang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 (Desmond)  </a:t>
            </a: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學生編號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12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			</a:t>
            </a:r>
            <a:r>
              <a:rPr lang="zh-TW" sz="1800" b="0" i="0" u="none" strike="noStrike" cap="none" spc="0">
                <a:solidFill>
                  <a:srgbClr val="152BEB"/>
                </a:solidFill>
                <a:latin typeface="Arial"/>
                <a:ea typeface="Calibri"/>
                <a:cs typeface="Calibri"/>
              </a:rPr>
              <a:t>			闌珊相親</a:t>
            </a:r>
            <a:r>
              <a:rPr lang="en-US" sz="1800" b="0" i="0" u="none" strike="noStrike" cap="none" spc="0">
                <a:solidFill>
                  <a:srgbClr val="152BEB"/>
                </a:solidFill>
                <a:latin typeface="Arial"/>
                <a:ea typeface="Times New Roman"/>
                <a:cs typeface="Times New Roman"/>
              </a:rPr>
              <a:t>網站</a:t>
            </a:r>
            <a:endParaRPr sz="1800">
              <a:solidFill>
                <a:srgbClr val="0000FF"/>
              </a:solidFill>
              <a:latin typeface="Arial"/>
              <a:ea typeface="Calibri"/>
              <a:cs typeface="Calibri"/>
            </a:endParaRPr>
          </a:p>
        </p:txBody>
      </p:sp>
      <p:graphicFrame>
        <p:nvGraphicFramePr>
          <p:cNvPr id="146084878" name=""/>
          <p:cNvGraphicFramePr>
            <a:graphicFrameLocks xmlns:a="http://schemas.openxmlformats.org/drawingml/2006/main"/>
          </p:cNvGraphicFramePr>
          <p:nvPr/>
        </p:nvGraphicFramePr>
        <p:xfrm rot="0">
          <a:off x="73090" y="1530267"/>
          <a:ext cx="8553449" cy="3973829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376371"/>
                <a:gridCol w="2258228"/>
                <a:gridCol w="833393"/>
                <a:gridCol w="860277"/>
                <a:gridCol w="860277"/>
                <a:gridCol w="860277"/>
                <a:gridCol w="860277"/>
                <a:gridCol w="860277"/>
                <a:gridCol w="860277"/>
                <a:gridCol w="860277"/>
                <a:gridCol w="860277"/>
                <a:gridCol w="860277"/>
                <a:gridCol w="860277"/>
              </a:tblGrid>
              <a:tr h="436762">
                <a:tc>
                  <a:txBody>
                    <a:bodyPr/>
                    <a:p>
                      <a:pPr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Linux Biolinum O"/>
                          <a:ea typeface="Linux Biolinum O"/>
                          <a:cs typeface="Linux Biolinum O"/>
                        </a:rPr>
                        <a:t>2026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Linux Biolinum O"/>
                          <a:ea typeface="Linux Biolinum O"/>
                          <a:cs typeface="Linux Biolinum O"/>
                        </a:rPr>
                        <a:t>2026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Linux Biolinum O"/>
                          <a:ea typeface="Linux Biolinum O"/>
                          <a:cs typeface="Linux Biolinum O"/>
                        </a:rPr>
                        <a:t>2026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Linux Biolinum O"/>
                          <a:ea typeface="Linux Biolinum O"/>
                          <a:cs typeface="Linux Biolinum O"/>
                        </a:rPr>
                        <a:t>2026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Linux Biolinum O"/>
                          <a:ea typeface="Linux Biolinum O"/>
                          <a:cs typeface="Linux Biolinum O"/>
                        </a:rPr>
                        <a:t>2026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Linux Biolinum O"/>
                          <a:ea typeface="Linux Biolinum O"/>
                          <a:cs typeface="Linux Biolinum O"/>
                        </a:rPr>
                        <a:t>2026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Linux Biolinum O"/>
                          <a:ea typeface="Linux Biolinum O"/>
                          <a:cs typeface="Linux Biolinum O"/>
                        </a:rPr>
                        <a:t>2026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Linux Biolinum O"/>
                          <a:ea typeface="Linux Biolinum O"/>
                          <a:cs typeface="Linux Biolinum O"/>
                        </a:rPr>
                        <a:t>2026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Linux Biolinum O"/>
                          <a:ea typeface="Linux Biolinum O"/>
                          <a:cs typeface="Linux Biolinum O"/>
                        </a:rPr>
                        <a:t>2026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Linux Biolinum O"/>
                          <a:ea typeface="Linux Biolinum O"/>
                          <a:cs typeface="Linux Biolinum O"/>
                        </a:rPr>
                        <a:t>2026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</a:tr>
              <a:tr h="436762">
                <a:tc>
                  <a:txBody>
                    <a:bodyPr/>
                    <a:p>
                      <a:pPr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r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Linux Biolinum O"/>
                          <a:ea typeface="Linux Biolinum O"/>
                          <a:cs typeface="Linux Biolinum O"/>
                        </a:rPr>
                        <a:t>起始日:　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Linux Biolinum O"/>
                          <a:ea typeface="Linux Biolinum O"/>
                          <a:cs typeface="Linux Biolinum O"/>
                        </a:rPr>
                        <a:t>0827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Linux Biolinum O"/>
                          <a:ea typeface="Linux Biolinum O"/>
                          <a:cs typeface="Linux Biolinum O"/>
                        </a:rPr>
                        <a:t>0830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Linux Biolinum O"/>
                          <a:ea typeface="Linux Biolinum O"/>
                          <a:cs typeface="Linux Biolinum O"/>
                        </a:rPr>
                        <a:t>0906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Linux Biolinum O"/>
                          <a:ea typeface="Linux Biolinum O"/>
                          <a:cs typeface="Linux Biolinum O"/>
                        </a:rPr>
                        <a:t>0913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Linux Biolinum O"/>
                          <a:ea typeface="Linux Biolinum O"/>
                          <a:cs typeface="Linux Biolinum O"/>
                        </a:rPr>
                        <a:t>0920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Linux Biolinum O"/>
                          <a:ea typeface="Linux Biolinum O"/>
                          <a:cs typeface="Linux Biolinum O"/>
                        </a:rPr>
                        <a:t>0927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Linux Biolinum O"/>
                          <a:ea typeface="Linux Biolinum O"/>
                          <a:cs typeface="Linux Biolinum O"/>
                        </a:rPr>
                        <a:t>1004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Linux Biolinum O"/>
                          <a:ea typeface="Linux Biolinum O"/>
                          <a:cs typeface="Linux Biolinum O"/>
                        </a:rPr>
                        <a:t>1011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Linux Biolinum O"/>
                          <a:ea typeface="Linux Biolinum O"/>
                          <a:cs typeface="Linux Biolinum O"/>
                        </a:rPr>
                        <a:t>1018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Linux Biolinum O"/>
                          <a:ea typeface="Linux Biolinum O"/>
                          <a:cs typeface="Linux Biolinum O"/>
                        </a:rPr>
                        <a:t>1022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</a:tr>
              <a:tr h="436762">
                <a:tc>
                  <a:txBody>
                    <a:bodyPr/>
                    <a:p>
                      <a:pPr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Linux Biolinum O"/>
                          <a:ea typeface="Linux Biolinum O"/>
                          <a:cs typeface="Linux Biolinum O"/>
                        </a:rPr>
                        <a:t>(四)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Linux Biolinum O"/>
                          <a:ea typeface="Linux Biolinum O"/>
                          <a:cs typeface="Linux Biolinum O"/>
                        </a:rPr>
                        <a:t>(日)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Linux Biolinum O"/>
                          <a:ea typeface="Linux Biolinum O"/>
                          <a:cs typeface="Linux Biolinum O"/>
                        </a:rPr>
                        <a:t>(日)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Linux Biolinum O"/>
                          <a:ea typeface="Linux Biolinum O"/>
                          <a:cs typeface="Linux Biolinum O"/>
                        </a:rPr>
                        <a:t>(日)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Linux Biolinum O"/>
                          <a:ea typeface="Linux Biolinum O"/>
                          <a:cs typeface="Linux Biolinum O"/>
                        </a:rPr>
                        <a:t>(日)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Linux Biolinum O"/>
                          <a:ea typeface="Linux Biolinum O"/>
                          <a:cs typeface="Linux Biolinum O"/>
                        </a:rPr>
                        <a:t>(日)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Linux Biolinum O"/>
                          <a:ea typeface="Linux Biolinum O"/>
                          <a:cs typeface="Linux Biolinum O"/>
                        </a:rPr>
                        <a:t>(日)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Linux Biolinum O"/>
                          <a:ea typeface="Linux Biolinum O"/>
                          <a:cs typeface="Linux Biolinum O"/>
                        </a:rPr>
                        <a:t>(日)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Linux Biolinum O"/>
                          <a:ea typeface="Linux Biolinum O"/>
                          <a:cs typeface="Linux Biolinum O"/>
                        </a:rPr>
                        <a:t>(日)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Linux Biolinum O"/>
                          <a:ea typeface="Linux Biolinum O"/>
                          <a:cs typeface="Linux Biolinum O"/>
                        </a:rPr>
                        <a:t>(四)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</a:tr>
              <a:tr h="436762"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Linux Biolinum O"/>
                          <a:ea typeface="Linux Biolinum O"/>
                          <a:cs typeface="Linux Biolinum O"/>
                        </a:rPr>
                        <a:t>確定項目主題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</a:tr>
              <a:tr h="436762"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Linux Biolinum O"/>
                          <a:ea typeface="Linux Biolinum O"/>
                          <a:cs typeface="Linux Biolinum O"/>
                        </a:rPr>
                        <a:t>編寫用戶需求書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</a:tr>
              <a:tr h="436762"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Linux Biolinum O"/>
                          <a:ea typeface="Linux Biolinum O"/>
                          <a:cs typeface="Linux Biolinum O"/>
                        </a:rPr>
                        <a:t>編製網站架構圖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</a:tr>
              <a:tr h="436762"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Linux Biolinum O"/>
                          <a:ea typeface="Linux Biolinum O"/>
                          <a:cs typeface="Linux Biolinum O"/>
                        </a:rPr>
                        <a:t>編製線框圖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</a:tr>
              <a:tr h="436762"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Linux Biolinum O"/>
                          <a:ea typeface="Linux Biolinum O"/>
                          <a:cs typeface="Linux Biolinum O"/>
                        </a:rPr>
                        <a:t>網站建設及代碼編寫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</a:tr>
              <a:tr h="436762"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Linux Biolinum O"/>
                          <a:ea typeface="Linux Biolinum O"/>
                          <a:cs typeface="Linux Biolinum O"/>
                        </a:rPr>
                        <a:t>網站測試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</a:tr>
              <a:tr h="436762"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Linux Biolinum O"/>
                          <a:ea typeface="Linux Biolinum O"/>
                          <a:cs typeface="Linux Biolinum O"/>
                        </a:rPr>
                        <a:t>編製屏幕截圖及說明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</a:tr>
              <a:tr h="436762"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Linux Biolinum O"/>
                          <a:ea typeface="Linux Biolinum O"/>
                          <a:cs typeface="Linux Biolinum O"/>
                        </a:rPr>
                        <a:t>網站演示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</a:tr>
              <a:tr h="436762"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Linux Biolinum O"/>
                          <a:ea typeface="Linux Biolinum O"/>
                          <a:cs typeface="Linux Biolinum O"/>
                        </a:rPr>
                        <a:t>網站發佈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007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alphaModFix/>
          </a:blip>
          <a:tile algn="tl" flip="none" sx="100000" sy="100000" tx="0" ty="0"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cxnSp>
        <p:nvCxnSpPr>
          <p:cNvPr id="1429450989" name="直線接點 4"/>
          <p:cNvCxnSpPr/>
          <p:nvPr/>
        </p:nvCxnSpPr>
        <p:spPr bwMode="auto">
          <a:xfrm flipV="1">
            <a:off x="0" y="584802"/>
            <a:ext cx="12192000" cy="6564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6634167" name="TextBox 20"/>
          <p:cNvSpPr txBox="1"/>
          <p:nvPr/>
        </p:nvSpPr>
        <p:spPr bwMode="auto">
          <a:xfrm>
            <a:off x="0" y="646290"/>
            <a:ext cx="7200698" cy="4643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/>
              <a:t>C. 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Times New Roman"/>
              </a:rPr>
              <a:t>用戶需求</a:t>
            </a:r>
            <a:r>
              <a:rPr lang="en-US" sz="2400"/>
              <a:t>書</a:t>
            </a:r>
            <a:endParaRPr lang="en-US" sz="2400"/>
          </a:p>
        </p:txBody>
      </p:sp>
      <p:sp>
        <p:nvSpPr>
          <p:cNvPr id="1499298792" name="TextBox 1"/>
          <p:cNvSpPr txBox="1"/>
          <p:nvPr/>
        </p:nvSpPr>
        <p:spPr bwMode="auto">
          <a:xfrm flipH="0" flipV="0">
            <a:off x="317250" y="1110685"/>
            <a:ext cx="12280113" cy="53209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9965" indent="-349965">
              <a:buAutoNum type="arabicPeriod"/>
              <a:defRPr/>
            </a:pPr>
            <a:r>
              <a:rPr lang="zh-TW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闌珊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網站</a:t>
            </a:r>
            <a:r>
              <a:rPr sz="2400" u="none"/>
              <a:t>包含至少十五個網頁。</a:t>
            </a:r>
            <a:endParaRPr sz="2400" u="none"/>
          </a:p>
          <a:p>
            <a:pPr>
              <a:defRPr/>
            </a:pPr>
            <a:r>
              <a:rPr lang="en-US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2. </a:t>
            </a:r>
            <a:r>
              <a:rPr lang="zh-TW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闌珊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網站</a:t>
            </a:r>
            <a:r>
              <a:rPr sz="2400" u="none"/>
              <a:t>的每一個網頁</a:t>
            </a:r>
            <a:r>
              <a:rPr sz="2400" u="none"/>
              <a:t>具有相同的頂部設計、底部設計</a:t>
            </a:r>
            <a:r>
              <a:rPr sz="2400" u="none"/>
              <a:t>、顏色、風格。</a:t>
            </a:r>
            <a:endParaRPr sz="2400" u="none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3. </a:t>
            </a:r>
            <a:r>
              <a:rPr lang="zh-TW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闌珊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網站</a:t>
            </a:r>
            <a:r>
              <a:rPr sz="2400" u="none"/>
              <a:t>的顏色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:</a:t>
            </a:r>
            <a:endParaRPr lang="en-US" sz="24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   a. 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走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“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溫暖、可信、療愈、專業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”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的路線。</a:t>
            </a:r>
            <a:endParaRPr lang="en-US" sz="24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   b. 以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鼠尾草绿(#8FAF9F)</a:t>
            </a:r>
            <a:r>
              <a:rPr sz="2400" u="none"/>
              <a:t>為主色</a:t>
            </a:r>
            <a:endParaRPr sz="2400" u="none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2400" u="none"/>
              <a:t>    b. 副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色為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豆沙玫瑰(#C98A8A)</a:t>
            </a:r>
            <a:endParaRPr lang="en-US" sz="24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   c. 對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比色為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深海军蓝(#1F3A5F)</a:t>
            </a:r>
            <a:endParaRPr lang="en-US" sz="24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   d. 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輔助色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分別為雾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蓝(#A9C0CF)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和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暖金(#D9A066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)</a:t>
            </a:r>
            <a:endParaRPr lang="en-US" sz="24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   e. 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另有兩個中性色，分別是: 米白(#FAF7F2)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和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暖灰(#6B6B6B)</a:t>
            </a:r>
            <a:endParaRPr lang="en-US" sz="2400" b="0" i="0" u="none" strike="noStrike" cap="none" spc="0">
              <a:solidFill>
                <a:srgbClr val="000000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4. </a:t>
            </a:r>
            <a:r>
              <a:rPr lang="zh-TW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闌珊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網站</a:t>
            </a:r>
            <a:r>
              <a:rPr sz="2400" u="none"/>
              <a:t>的</a:t>
            </a:r>
            <a:r>
              <a:rPr sz="2400" u="none"/>
              <a:t>頂部</a:t>
            </a:r>
            <a:r>
              <a:rPr sz="2400" u="none"/>
              <a:t>包含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頂層(一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)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和頂層(二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)</a:t>
            </a:r>
            <a:r>
              <a:rPr lang="en-US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。</a:t>
            </a:r>
            <a:endParaRPr lang="en-US" sz="2400" b="0" i="0" u="none" strike="noStrike" cap="none" spc="0">
              <a:solidFill>
                <a:schemeClr val="tx1"/>
              </a:solidFill>
              <a:latin typeface="Arial"/>
              <a:ea typeface="Calibri"/>
              <a:cs typeface="Calibri"/>
            </a:endParaRPr>
          </a:p>
          <a:p>
            <a:pPr>
              <a:defRPr/>
            </a:pPr>
            <a:r>
              <a:rPr lang="en-US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5. 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頂層(一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)</a:t>
            </a:r>
            <a:r>
              <a:rPr lang="en-US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從左至右展示</a:t>
            </a:r>
            <a:r>
              <a:rPr lang="en-US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以下按鈕/</a:t>
            </a:r>
            <a:r>
              <a:rPr lang="en-US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內容</a:t>
            </a:r>
            <a:r>
              <a:rPr lang="en-US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:</a:t>
            </a:r>
            <a:endParaRPr lang="en-US" sz="2400" b="0" i="0" u="none" strike="noStrike" cap="none" spc="0">
              <a:solidFill>
                <a:schemeClr val="tx1"/>
              </a:solidFill>
              <a:latin typeface="Arial"/>
              <a:ea typeface="Calibri"/>
              <a:cs typeface="Calibri"/>
            </a:endParaRPr>
          </a:p>
          <a:p>
            <a:pPr>
              <a:defRPr/>
            </a:pPr>
            <a:r>
              <a:rPr lang="en-US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    a. </a:t>
            </a:r>
            <a:r>
              <a:rPr lang="zh-TW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闌珊</a:t>
            </a:r>
            <a:r>
              <a:rPr sz="2400" u="none"/>
              <a:t>公司的</a:t>
            </a:r>
            <a:r>
              <a:rPr sz="2400" u="none"/>
              <a:t>標識</a:t>
            </a:r>
            <a:endParaRPr sz="2400" u="none"/>
          </a:p>
          <a:p>
            <a:pPr>
              <a:defRPr/>
            </a:pPr>
            <a:r>
              <a:rPr sz="2400" u="none"/>
              <a:t>    </a:t>
            </a:r>
            <a:r>
              <a:rPr lang="en-US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b. </a:t>
            </a:r>
            <a:r>
              <a:rPr lang="zh-TW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闌珊</a:t>
            </a:r>
            <a:r>
              <a:rPr sz="2400" u="none"/>
              <a:t>公司的</a:t>
            </a:r>
            <a:r>
              <a:rPr sz="2400" u="none"/>
              <a:t>中英文名稱</a:t>
            </a:r>
            <a:endParaRPr sz="2400" u="none"/>
          </a:p>
          <a:p>
            <a:pPr>
              <a:defRPr/>
            </a:pPr>
            <a:endParaRPr sz="2400" u="none"/>
          </a:p>
        </p:txBody>
      </p:sp>
      <p:sp>
        <p:nvSpPr>
          <p:cNvPr id="2006411312" name="Slide Number Placeholder 2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5</a:t>
            </a:fld>
            <a:endParaRPr lang="en-US"/>
          </a:p>
        </p:txBody>
      </p:sp>
      <p:sp>
        <p:nvSpPr>
          <p:cNvPr id="659937247" name="Google Shape;90;p1"/>
          <p:cNvSpPr txBox="1"/>
          <p:nvPr/>
        </p:nvSpPr>
        <p:spPr bwMode="auto">
          <a:xfrm>
            <a:off x="58730" y="-35710"/>
            <a:ext cx="12282356" cy="653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3" tIns="45699" rIns="91423" bIns="45699" anchor="t" anchorCtr="0">
            <a:spAutoFit/>
          </a:bodyPr>
          <a:lstStyle/>
          <a:p>
            <a:pPr>
              <a:defRPr/>
            </a:pP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前端網站開發人員證書</a:t>
            </a: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(CT288DS006)</a:t>
            </a:r>
            <a:r>
              <a:rPr lang="en-US" sz="1800">
                <a:latin typeface="Arial"/>
                <a:ea typeface="Times New Roman"/>
                <a:cs typeface="Times New Roman"/>
              </a:rPr>
              <a:t> -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Arial"/>
                <a:ea typeface="Times New Roman"/>
                <a:cs typeface="Times New Roman"/>
              </a:rPr>
              <a:t>網站開發專案</a:t>
            </a:r>
            <a:endParaRPr lang="en-US" sz="1800">
              <a:latin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開發者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HO Siu Hang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 (Desmond)  </a:t>
            </a: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學生編號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12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			</a:t>
            </a:r>
            <a:r>
              <a:rPr lang="zh-TW" sz="1800" b="0" i="0" u="none" strike="noStrike" cap="none" spc="0">
                <a:solidFill>
                  <a:srgbClr val="152BEB"/>
                </a:solidFill>
                <a:latin typeface="Arial"/>
                <a:ea typeface="Calibri"/>
                <a:cs typeface="Calibri"/>
              </a:rPr>
              <a:t>			闌珊相親</a:t>
            </a:r>
            <a:r>
              <a:rPr lang="en-US" sz="1800" b="0" i="0" u="none" strike="noStrike" cap="none" spc="0">
                <a:solidFill>
                  <a:srgbClr val="152BEB"/>
                </a:solidFill>
                <a:latin typeface="Arial"/>
                <a:ea typeface="Times New Roman"/>
                <a:cs typeface="Times New Roman"/>
              </a:rPr>
              <a:t>網站</a:t>
            </a:r>
            <a:endParaRPr sz="1800">
              <a:solidFill>
                <a:srgbClr val="0000FF"/>
              </a:solidFill>
              <a:latin typeface="Arial"/>
              <a:ea typeface="Calibri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alphaModFix/>
          </a:blip>
          <a:tile algn="tl" flip="none" sx="100000" sy="100000" tx="0" ty="0"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cxnSp>
        <p:nvCxnSpPr>
          <p:cNvPr id="998628479" name="直線接點 4"/>
          <p:cNvCxnSpPr/>
          <p:nvPr/>
        </p:nvCxnSpPr>
        <p:spPr bwMode="auto">
          <a:xfrm flipV="1">
            <a:off x="0" y="584801"/>
            <a:ext cx="12191999" cy="65639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2446134" name="TextBox 20"/>
          <p:cNvSpPr txBox="1"/>
          <p:nvPr/>
        </p:nvSpPr>
        <p:spPr bwMode="auto">
          <a:xfrm>
            <a:off x="0" y="646290"/>
            <a:ext cx="7201057" cy="4679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/>
              <a:t>C. 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Times New Roman"/>
              </a:rPr>
              <a:t>用戶需求</a:t>
            </a:r>
            <a:r>
              <a:rPr lang="en-US" sz="2400"/>
              <a:t>書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(續)</a:t>
            </a:r>
            <a:endParaRPr lang="en-US" sz="2400"/>
          </a:p>
        </p:txBody>
      </p:sp>
      <p:sp>
        <p:nvSpPr>
          <p:cNvPr id="1270058120" name="Slide Number Placeholder 2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F2AD49C9-5C1B-6218-8398-3D7642D7B817}" type="slidenum">
              <a:rPr lang="en-US"/>
              <a:t>6</a:t>
            </a:fld>
            <a:endParaRPr lang="en-US"/>
          </a:p>
        </p:txBody>
      </p:sp>
      <p:sp>
        <p:nvSpPr>
          <p:cNvPr id="1285234243" name="Google Shape;90;p1"/>
          <p:cNvSpPr txBox="1"/>
          <p:nvPr/>
        </p:nvSpPr>
        <p:spPr bwMode="auto">
          <a:xfrm>
            <a:off x="58729" y="-35709"/>
            <a:ext cx="12282355" cy="653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2" tIns="45698" rIns="91422" bIns="45698" anchor="t" anchorCtr="0">
            <a:spAutoFit/>
          </a:bodyPr>
          <a:lstStyle/>
          <a:p>
            <a:pPr>
              <a:defRPr/>
            </a:pP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前端網站開發人員證書</a:t>
            </a: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(CT288DS006)</a:t>
            </a:r>
            <a:r>
              <a:rPr lang="en-US" sz="1800">
                <a:latin typeface="Arial"/>
                <a:ea typeface="Times New Roman"/>
                <a:cs typeface="Times New Roman"/>
              </a:rPr>
              <a:t> -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Arial"/>
                <a:ea typeface="Times New Roman"/>
                <a:cs typeface="Times New Roman"/>
              </a:rPr>
              <a:t>網站開發專案</a:t>
            </a:r>
            <a:endParaRPr lang="en-US" sz="1800">
              <a:latin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開發者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HO Siu Hang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 (Desmond)  </a:t>
            </a: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學生編號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12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			</a:t>
            </a:r>
            <a:r>
              <a:rPr lang="zh-TW" sz="1800" b="0" i="0" u="none" strike="noStrike" cap="none" spc="0">
                <a:solidFill>
                  <a:srgbClr val="152BEB"/>
                </a:solidFill>
                <a:latin typeface="Arial"/>
                <a:ea typeface="Calibri"/>
                <a:cs typeface="Calibri"/>
              </a:rPr>
              <a:t>			闌珊相親</a:t>
            </a:r>
            <a:r>
              <a:rPr lang="en-US" sz="1800" b="0" i="0" u="none" strike="noStrike" cap="none" spc="0">
                <a:solidFill>
                  <a:srgbClr val="152BEB"/>
                </a:solidFill>
                <a:latin typeface="Arial"/>
                <a:ea typeface="Times New Roman"/>
                <a:cs typeface="Times New Roman"/>
              </a:rPr>
              <a:t>網站</a:t>
            </a:r>
            <a:endParaRPr sz="1800">
              <a:solidFill>
                <a:srgbClr val="0000FF"/>
              </a:solidFill>
              <a:latin typeface="Arial"/>
              <a:ea typeface="Calibri"/>
              <a:cs typeface="Calibri"/>
            </a:endParaRPr>
          </a:p>
        </p:txBody>
      </p:sp>
      <p:sp>
        <p:nvSpPr>
          <p:cNvPr id="1378548406" name="TextBox 1"/>
          <p:cNvSpPr txBox="1"/>
          <p:nvPr/>
        </p:nvSpPr>
        <p:spPr bwMode="auto">
          <a:xfrm flipH="0" flipV="0">
            <a:off x="317250" y="1110685"/>
            <a:ext cx="12268233" cy="53281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6. 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頂層(二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)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內容置中</a:t>
            </a:r>
            <a:r>
              <a:rPr lang="en-US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，</a:t>
            </a:r>
            <a:r>
              <a:rPr lang="en-US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並展示</a:t>
            </a:r>
            <a:r>
              <a:rPr lang="en-US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以下按鈕/</a:t>
            </a:r>
            <a:r>
              <a:rPr lang="en-US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內容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:</a:t>
            </a:r>
            <a:endParaRPr sz="2400" u="none"/>
          </a:p>
          <a:p>
            <a:pPr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   a. 首頁</a:t>
            </a:r>
            <a:endParaRPr sz="2400" u="none"/>
          </a:p>
          <a:p>
            <a:pPr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   b. 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相親</a:t>
            </a:r>
            <a:endParaRPr sz="24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   c. 性格測試 </a:t>
            </a:r>
            <a:endParaRPr sz="2400" u="none"/>
          </a:p>
          <a:p>
            <a:pPr>
              <a:defRPr/>
            </a:pPr>
            <a:r>
              <a:rPr lang="en-US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    d. </a:t>
            </a:r>
            <a:r>
              <a:rPr lang="zh-TW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闌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訊</a:t>
            </a:r>
            <a:r>
              <a:rPr sz="2400" u="none"/>
              <a:t>安裝</a:t>
            </a:r>
            <a:endParaRPr sz="2400" u="none"/>
          </a:p>
          <a:p>
            <a:pPr>
              <a:defRPr/>
            </a:pPr>
            <a:r>
              <a:rPr sz="2400" u="none"/>
              <a:t>    e. </a:t>
            </a:r>
            <a:r>
              <a:rPr sz="2400" u="none"/>
              <a:t>會員登入</a:t>
            </a:r>
            <a:endParaRPr sz="2400" u="none"/>
          </a:p>
          <a:p>
            <a:pPr>
              <a:defRPr/>
            </a:pPr>
            <a:r>
              <a:rPr sz="2400" u="none"/>
              <a:t>    f. </a:t>
            </a:r>
            <a:r>
              <a:rPr sz="2400" u="none"/>
              <a:t>其他服務</a:t>
            </a:r>
            <a:endParaRPr sz="2400" u="none"/>
          </a:p>
          <a:p>
            <a:pPr>
              <a:defRPr/>
            </a:pPr>
            <a:r>
              <a:rPr sz="2400" u="none"/>
              <a:t>    g. </a:t>
            </a:r>
            <a:r>
              <a:rPr lang="zh-TW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闌珊</a:t>
            </a:r>
            <a:r>
              <a:rPr lang="en-US" sz="2400" b="0" i="0" u="none" strike="noStrike" cap="none" spc="0">
                <a:solidFill>
                  <a:schemeClr val="tx1"/>
                </a:solidFill>
                <a:latin typeface="Times New Roman"/>
                <a:cs typeface="Times New Roman"/>
              </a:rPr>
              <a:t>月刊</a:t>
            </a:r>
            <a:endParaRPr lang="en-US" sz="24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en-US" sz="2400" b="0" i="0" u="none" strike="noStrike" cap="none" spc="0">
                <a:solidFill>
                  <a:schemeClr val="tx1"/>
                </a:solidFill>
                <a:latin typeface="Times New Roman"/>
                <a:cs typeface="Times New Roman"/>
              </a:rPr>
              <a:t>    h. </a:t>
            </a:r>
            <a:r>
              <a:rPr sz="2400" u="none"/>
              <a:t>關於我們</a:t>
            </a:r>
            <a:endParaRPr sz="2400" u="none"/>
          </a:p>
          <a:p>
            <a:pPr>
              <a:defRPr/>
            </a:pPr>
            <a:r>
              <a:rPr sz="2400" u="none"/>
              <a:t>    i. 付款</a:t>
            </a:r>
            <a:endParaRPr sz="2400" u="none"/>
          </a:p>
          <a:p>
            <a:pPr>
              <a:defRPr/>
            </a:pPr>
            <a:r>
              <a:rPr sz="2400" u="none"/>
              <a:t>    j. </a:t>
            </a:r>
            <a:r>
              <a:rPr sz="2400" u="none"/>
              <a:t>搜尋</a:t>
            </a:r>
            <a:endParaRPr sz="2400" u="none"/>
          </a:p>
          <a:p>
            <a:pPr>
              <a:defRPr/>
            </a:pPr>
            <a:r>
              <a:rPr lang="en-US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7. </a:t>
            </a:r>
            <a:r>
              <a:rPr lang="zh-TW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闌珊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網站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的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底部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內容置中</a:t>
            </a:r>
            <a:r>
              <a:rPr lang="en-US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，</a:t>
            </a:r>
            <a:r>
              <a:rPr lang="en-US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並展示</a:t>
            </a:r>
            <a:r>
              <a:rPr lang="en-US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以下按鈕/內容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:</a:t>
            </a:r>
            <a:endParaRPr lang="en-US" sz="24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   a. 版權聲明</a:t>
            </a:r>
            <a:endParaRPr lang="en-US" sz="24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   b. 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私隱政策</a:t>
            </a:r>
            <a:endParaRPr lang="en-US" sz="24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alphaModFix/>
          </a:blip>
          <a:tile algn="tl" flip="none" sx="100000" sy="100000" tx="0" ty="0"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cxnSp>
        <p:nvCxnSpPr>
          <p:cNvPr id="1275276103" name="直線接點 4"/>
          <p:cNvCxnSpPr/>
          <p:nvPr/>
        </p:nvCxnSpPr>
        <p:spPr bwMode="auto">
          <a:xfrm flipV="1">
            <a:off x="0" y="584801"/>
            <a:ext cx="12191999" cy="65639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9517405" name="TextBox 20"/>
          <p:cNvSpPr txBox="1"/>
          <p:nvPr/>
        </p:nvSpPr>
        <p:spPr bwMode="auto">
          <a:xfrm>
            <a:off x="0" y="646290"/>
            <a:ext cx="7201057" cy="4679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/>
              <a:t>C. 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Times New Roman"/>
              </a:rPr>
              <a:t>用戶需求</a:t>
            </a:r>
            <a:r>
              <a:rPr lang="en-US" sz="2400"/>
              <a:t>書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(續)</a:t>
            </a:r>
            <a:endParaRPr lang="en-US" sz="2400"/>
          </a:p>
        </p:txBody>
      </p:sp>
      <p:sp>
        <p:nvSpPr>
          <p:cNvPr id="1693788870" name="Slide Number Placeholder 2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1B3D9380-458A-0A8B-2DA5-A0F693152FFD}" type="slidenum">
              <a:rPr lang="en-US"/>
              <a:t>7</a:t>
            </a:fld>
            <a:endParaRPr lang="en-US"/>
          </a:p>
        </p:txBody>
      </p:sp>
      <p:sp>
        <p:nvSpPr>
          <p:cNvPr id="2050670823" name="Google Shape;90;p1"/>
          <p:cNvSpPr txBox="1"/>
          <p:nvPr/>
        </p:nvSpPr>
        <p:spPr bwMode="auto">
          <a:xfrm>
            <a:off x="58729" y="-35709"/>
            <a:ext cx="12282355" cy="653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2" tIns="45698" rIns="91422" bIns="45698" anchor="t" anchorCtr="0">
            <a:spAutoFit/>
          </a:bodyPr>
          <a:lstStyle/>
          <a:p>
            <a:pPr>
              <a:defRPr/>
            </a:pP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前端網站開發人員證書</a:t>
            </a: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(CT288DS006)</a:t>
            </a:r>
            <a:r>
              <a:rPr lang="en-US" sz="1800">
                <a:latin typeface="Arial"/>
                <a:ea typeface="Times New Roman"/>
                <a:cs typeface="Times New Roman"/>
              </a:rPr>
              <a:t> -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Arial"/>
                <a:ea typeface="Times New Roman"/>
                <a:cs typeface="Times New Roman"/>
              </a:rPr>
              <a:t>網站開發專案</a:t>
            </a:r>
            <a:endParaRPr lang="en-US" sz="1800">
              <a:latin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開發者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HO Siu Hang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 (Desmond)  </a:t>
            </a: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學生編號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12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			</a:t>
            </a:r>
            <a:r>
              <a:rPr lang="zh-TW" sz="1800" b="0" i="0" u="none" strike="noStrike" cap="none" spc="0">
                <a:solidFill>
                  <a:srgbClr val="152BEB"/>
                </a:solidFill>
                <a:latin typeface="Arial"/>
                <a:ea typeface="Calibri"/>
                <a:cs typeface="Calibri"/>
              </a:rPr>
              <a:t>			闌珊相親</a:t>
            </a:r>
            <a:r>
              <a:rPr lang="en-US" sz="1800" b="0" i="0" u="none" strike="noStrike" cap="none" spc="0">
                <a:solidFill>
                  <a:srgbClr val="152BEB"/>
                </a:solidFill>
                <a:latin typeface="Arial"/>
                <a:ea typeface="Times New Roman"/>
                <a:cs typeface="Times New Roman"/>
              </a:rPr>
              <a:t>網站</a:t>
            </a:r>
            <a:endParaRPr sz="1800">
              <a:solidFill>
                <a:srgbClr val="0000FF"/>
              </a:solidFill>
              <a:latin typeface="Arial"/>
              <a:ea typeface="Calibri"/>
              <a:cs typeface="Calibri"/>
            </a:endParaRPr>
          </a:p>
        </p:txBody>
      </p:sp>
      <p:sp>
        <p:nvSpPr>
          <p:cNvPr id="717047787" name="TextBox 1"/>
          <p:cNvSpPr txBox="1"/>
          <p:nvPr/>
        </p:nvSpPr>
        <p:spPr bwMode="auto">
          <a:xfrm flipH="0" flipV="0">
            <a:off x="317250" y="1110685"/>
            <a:ext cx="11688237" cy="52967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   c. 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使用條款</a:t>
            </a:r>
            <a:endParaRPr sz="24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   d. 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服務條款</a:t>
            </a:r>
            <a:endParaRPr sz="24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   e. 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法律聲明</a:t>
            </a:r>
            <a:endParaRPr sz="2400" u="none"/>
          </a:p>
          <a:p>
            <a:pPr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8. 當鼠標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盤旋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於</a:t>
            </a:r>
            <a:r>
              <a:rPr lang="en-US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按鈕/功能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鍵時，會出現手指標記及所有相關子網頁的連結(若適用)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。</a:t>
            </a:r>
            <a:endParaRPr sz="2400" u="none"/>
          </a:p>
          <a:p>
            <a:pPr>
              <a:defRPr/>
            </a:pPr>
            <a:r>
              <a:rPr lang="en-US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9. </a:t>
            </a:r>
            <a:r>
              <a:rPr lang="zh-TW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闌珊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網站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所有網頁都是回響式的。</a:t>
            </a:r>
            <a:endParaRPr sz="2400" u="none"/>
          </a:p>
          <a:p>
            <a:pPr>
              <a:defRPr/>
            </a:pPr>
            <a:endParaRPr sz="2400" u="none"/>
          </a:p>
          <a:p>
            <a:pPr>
              <a:defRPr/>
            </a:pPr>
            <a:r>
              <a:rPr lang="en-US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10. </a:t>
            </a:r>
            <a:r>
              <a:rPr lang="zh-TW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闌珊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網站</a:t>
            </a:r>
            <a:r>
              <a:rPr sz="2400" u="none"/>
              <a:t>能幫助用戶識別他／她們目前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的網站位置</a:t>
            </a:r>
            <a:r>
              <a:rPr sz="2400" u="none"/>
              <a:t>。</a:t>
            </a:r>
            <a:endParaRPr sz="2400" u="none"/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2400" u="none"/>
              <a:t>11. </a:t>
            </a:r>
            <a:r>
              <a:rPr lang="zh-TW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闌珊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網站</a:t>
            </a:r>
            <a:r>
              <a:rPr sz="2400" u="none"/>
              <a:t>每一個網頁的內容部份的底色都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是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奶油象牙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#FFF8E7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:</a:t>
            </a:r>
            <a:endParaRPr lang="en-US" sz="24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12. </a:t>
            </a:r>
            <a:r>
              <a:rPr lang="zh-TW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闌珊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網站</a:t>
            </a:r>
            <a:r>
              <a:rPr sz="2400" u="none"/>
              <a:t>每一個網頁的內容部份的最底層都隱約顯示以下文字:</a:t>
            </a:r>
            <a:endParaRPr sz="2400" u="none"/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400" b="0" i="1" u="none" strike="noStrike" cap="none" spc="0">
                <a:solidFill>
                  <a:srgbClr val="152BEB"/>
                </a:solidFill>
                <a:latin typeface="Times New Roman"/>
                <a:ea typeface="Times New Roman"/>
                <a:cs typeface="Times New Roman"/>
              </a:rPr>
              <a:t>《青玉案·元夕》　</a:t>
            </a:r>
            <a:r>
              <a:rPr lang="en-US" sz="2400" b="0" i="1" u="none" strike="noStrike" cap="none" spc="0">
                <a:solidFill>
                  <a:srgbClr val="152BEB"/>
                </a:solidFill>
                <a:latin typeface="Times New Roman"/>
                <a:ea typeface="Times New Roman"/>
                <a:cs typeface="Times New Roman"/>
              </a:rPr>
              <a:t>宋代　</a:t>
            </a:r>
            <a:r>
              <a:rPr lang="en-US" sz="2400" b="0" i="1" u="none" strike="noStrike" cap="none" spc="0">
                <a:solidFill>
                  <a:srgbClr val="152BEB"/>
                </a:solidFill>
                <a:latin typeface="Times New Roman"/>
                <a:ea typeface="Times New Roman"/>
                <a:cs typeface="Times New Roman"/>
              </a:rPr>
              <a:t>辛棄疾</a:t>
            </a:r>
            <a:r>
              <a:rPr lang="en-US" sz="2400" b="0" i="1" u="none" strike="noStrike" cap="none" spc="0">
                <a:solidFill>
                  <a:srgbClr val="152BEB"/>
                </a:solidFill>
                <a:latin typeface="Arial"/>
                <a:ea typeface="Arial"/>
                <a:cs typeface="Arial"/>
              </a:rPr>
              <a:t>:</a:t>
            </a:r>
            <a:endParaRPr sz="2400" b="0" i="1" u="none" strike="noStrike" cap="none" spc="0">
              <a:solidFill>
                <a:srgbClr val="152BEB"/>
              </a:solidFill>
              <a:latin typeface="Times New Roman"/>
              <a:cs typeface="Times New Roman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400" b="0" i="1" u="none" strike="noStrike" cap="none" spc="0">
                <a:solidFill>
                  <a:srgbClr val="152BEB"/>
                </a:solidFill>
                <a:latin typeface="Times New Roman"/>
                <a:ea typeface="Times New Roman"/>
                <a:cs typeface="Times New Roman"/>
              </a:rPr>
              <a:t>東風夜放花千樹，更吹落、星如雨。</a:t>
            </a:r>
            <a:r>
              <a:rPr lang="en-US" sz="2400" b="0" i="1" u="none" strike="noStrike" cap="none" spc="0">
                <a:solidFill>
                  <a:srgbClr val="152BEB"/>
                </a:solidFill>
                <a:latin typeface="Times New Roman"/>
                <a:ea typeface="Times New Roman"/>
                <a:cs typeface="Times New Roman"/>
              </a:rPr>
              <a:t>寶馬雕車香滿路。</a:t>
            </a:r>
            <a:r>
              <a:rPr lang="en-US" sz="2400" b="0" i="1" u="none" strike="noStrike" cap="none" spc="0">
                <a:solidFill>
                  <a:srgbClr val="152BEB"/>
                </a:solidFill>
                <a:latin typeface="Times New Roman"/>
                <a:ea typeface="Times New Roman"/>
                <a:cs typeface="Times New Roman"/>
              </a:rPr>
              <a:t>鳳簫聲動，玉壺光轉，一夜魚龍舞。</a:t>
            </a:r>
            <a:r>
              <a:rPr lang="en-US" sz="2400" b="0" i="1" u="none" strike="noStrike" cap="none" spc="0">
                <a:solidFill>
                  <a:srgbClr val="152BEB"/>
                </a:solidFill>
                <a:latin typeface="Times New Roman"/>
                <a:ea typeface="Times New Roman"/>
                <a:cs typeface="Times New Roman"/>
              </a:rPr>
              <a:t>蛾兒雪柳黃金縷，笑語盈盈暗香去。</a:t>
            </a:r>
            <a:r>
              <a:rPr lang="en-US" sz="2400" b="0" i="1" u="none" strike="noStrike" cap="none" spc="0">
                <a:solidFill>
                  <a:srgbClr val="152BEB"/>
                </a:solidFill>
                <a:latin typeface="Times New Roman"/>
                <a:ea typeface="Times New Roman"/>
                <a:cs typeface="Times New Roman"/>
              </a:rPr>
              <a:t>眾裏尋他千百度，驀然迴首，那人卻在燈火闌珊處。</a:t>
            </a:r>
            <a:endParaRPr lang="en-US" sz="2400" b="0" i="1" u="none" strike="noStrike" cap="none" spc="0">
              <a:solidFill>
                <a:srgbClr val="152BEB"/>
              </a:solidFill>
              <a:latin typeface="Times New Roman"/>
              <a:ea typeface="Times New Roman"/>
              <a:cs typeface="Times New Roman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sz="2400" i="1" u="none">
              <a:solidFill>
                <a:srgbClr val="152BEB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alphaModFix/>
          </a:blip>
          <a:tile algn="tl" flip="none" sx="100000" sy="100000" tx="0" ty="0"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cxnSp>
        <p:nvCxnSpPr>
          <p:cNvPr id="1989785131" name="直線接點 4"/>
          <p:cNvCxnSpPr/>
          <p:nvPr/>
        </p:nvCxnSpPr>
        <p:spPr bwMode="auto">
          <a:xfrm flipV="1">
            <a:off x="0" y="584801"/>
            <a:ext cx="12191999" cy="65639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0245789" name="TextBox 20"/>
          <p:cNvSpPr txBox="1"/>
          <p:nvPr/>
        </p:nvSpPr>
        <p:spPr bwMode="auto">
          <a:xfrm>
            <a:off x="0" y="617620"/>
            <a:ext cx="8264120" cy="4643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/>
              <a:t>D. 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檔案結構圖</a:t>
            </a:r>
            <a:endParaRPr lang="en-US" sz="2400"/>
          </a:p>
        </p:txBody>
      </p:sp>
      <p:sp>
        <p:nvSpPr>
          <p:cNvPr id="1823302140" name="Google Shape;90;p1"/>
          <p:cNvSpPr txBox="1"/>
          <p:nvPr/>
        </p:nvSpPr>
        <p:spPr bwMode="auto">
          <a:xfrm>
            <a:off x="0" y="-35709"/>
            <a:ext cx="12282715" cy="653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2" tIns="45698" rIns="91422" bIns="45698" anchor="t" anchorCtr="0">
            <a:spAutoFit/>
          </a:bodyPr>
          <a:lstStyle/>
          <a:p>
            <a:pPr>
              <a:defRPr/>
            </a:pP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前端網站開發人員證書</a:t>
            </a: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(CT288DS006)</a:t>
            </a:r>
            <a:r>
              <a:rPr lang="en-US" sz="1800">
                <a:latin typeface="Arial"/>
                <a:ea typeface="Times New Roman"/>
                <a:cs typeface="Times New Roman"/>
              </a:rPr>
              <a:t> -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Arial"/>
                <a:ea typeface="Times New Roman"/>
                <a:cs typeface="Times New Roman"/>
              </a:rPr>
              <a:t>網站開發專案</a:t>
            </a:r>
            <a:endParaRPr lang="en-US" sz="1800">
              <a:latin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開發者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HO Siu Hang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 (Desmond)  </a:t>
            </a: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學生編號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12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			</a:t>
            </a:r>
            <a:r>
              <a:rPr lang="zh-TW" sz="1800" b="0" i="0" u="none" strike="noStrike" cap="none" spc="0">
                <a:solidFill>
                  <a:srgbClr val="152BEB"/>
                </a:solidFill>
                <a:latin typeface="Arial"/>
                <a:ea typeface="Calibri"/>
                <a:cs typeface="Calibri"/>
              </a:rPr>
              <a:t>			闌珊相親</a:t>
            </a:r>
            <a:r>
              <a:rPr lang="en-US" sz="1800" b="0" i="0" u="none" strike="noStrike" cap="none" spc="0">
                <a:solidFill>
                  <a:srgbClr val="152BEB"/>
                </a:solidFill>
                <a:latin typeface="Arial"/>
                <a:ea typeface="Times New Roman"/>
                <a:cs typeface="Times New Roman"/>
              </a:rPr>
              <a:t>網站</a:t>
            </a:r>
            <a:endParaRPr sz="1800">
              <a:solidFill>
                <a:srgbClr val="0000FF"/>
              </a:solidFill>
              <a:latin typeface="Arial"/>
              <a:ea typeface="Calibri"/>
              <a:cs typeface="Calibri"/>
            </a:endParaRPr>
          </a:p>
        </p:txBody>
      </p:sp>
      <p:sp>
        <p:nvSpPr>
          <p:cNvPr id="1351609824" name="Google Shape;20;p18"/>
          <p:cNvSpPr txBox="1">
            <a:spLocks noGrp="1"/>
          </p:cNvSpPr>
          <p:nvPr>
            <p:ph type="sldNum" idx="12"/>
          </p:nvPr>
        </p:nvSpPr>
        <p:spPr bwMode="auto">
          <a:xfrm>
            <a:off x="8610598" y="6356349"/>
            <a:ext cx="2743200" cy="3651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2" tIns="45698" rIns="91422" bIns="45698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C82FDF9C-C537-D17F-23C4-A098CA95D1C8}" type="slidenum">
              <a:rPr lang="en-US"/>
              <a:t>9</a:t>
            </a:fld>
            <a:endParaRPr/>
          </a:p>
        </p:txBody>
      </p:sp>
      <p:sp>
        <p:nvSpPr>
          <p:cNvPr id="1686942834" name=""/>
          <p:cNvSpPr txBox="1"/>
          <p:nvPr/>
        </p:nvSpPr>
        <p:spPr bwMode="auto">
          <a:xfrm rot="0" flipH="0" flipV="0">
            <a:off x="199285" y="1082018"/>
            <a:ext cx="11721297" cy="609250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000" b="0" i="0" u="none" strike="noStrike" cap="none" spc="0">
                <a:solidFill/>
                <a:latin typeface="Noto Looped Lao Cond ExBd"/>
                <a:ea typeface="Noto Looped Lao Cond ExBd"/>
                <a:cs typeface="Noto Looped Lao Cond ExBd"/>
              </a:rPr>
              <a:t>/lanshan_</a:t>
            </a:r>
            <a:r>
              <a:rPr lang="en-US" sz="2000" b="0" i="0" u="none" strike="noStrike" cap="none" spc="0">
                <a:solidFill/>
                <a:latin typeface="Noto Looped Lao Cond ExBd"/>
                <a:ea typeface="Noto Looped Lao Cond ExBd"/>
                <a:cs typeface="Noto Looped Lao Cond ExBd"/>
              </a:rPr>
              <a:t>matchmaking</a:t>
            </a:r>
            <a:endParaRPr sz="2000">
              <a:latin typeface="Noto Looped Lao Cond ExBd"/>
              <a:cs typeface="Noto Looped Lao Cond ExB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2000">
                <a:latin typeface="Noto Looped Lao Cond ExBd"/>
                <a:ea typeface="Noto Looped Lao Cond ExBd"/>
                <a:cs typeface="Noto Looped Lao Cond ExBd"/>
              </a:rPr>
              <a:t>	</a:t>
            </a:r>
            <a:r>
              <a:rPr sz="2000">
                <a:latin typeface="Noto Looped Lao Cond ExBd"/>
                <a:ea typeface="Noto Looped Lao Cond ExBd"/>
                <a:cs typeface="Noto Looped Lao Cond ExBd"/>
              </a:rPr>
              <a:t>/.git</a:t>
            </a:r>
            <a:endParaRPr sz="2000">
              <a:latin typeface="Noto Looped Lao Cond ExBd"/>
              <a:ea typeface="Noto Looped Lao Cond ExBd"/>
              <a:cs typeface="Noto Looped Lao Cond ExB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2000">
                <a:latin typeface="Noto Looped Lao Cond ExBd"/>
                <a:ea typeface="Noto Looped Lao Cond ExBd"/>
                <a:cs typeface="Noto Looped Lao Cond ExBd"/>
              </a:rPr>
              <a:t>	/audio</a:t>
            </a:r>
            <a:endParaRPr sz="2000">
              <a:latin typeface="Noto Looped Lao Cond ExBd"/>
              <a:ea typeface="Noto Looped Lao Cond ExBd"/>
              <a:cs typeface="Noto Looped Lao Cond ExB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2000">
                <a:latin typeface="Noto Looped Lao Cond ExBd"/>
                <a:ea typeface="Noto Looped Lao Cond ExBd"/>
                <a:cs typeface="Noto Looped Lao Cond ExBd"/>
              </a:rPr>
              <a:t>	/</a:t>
            </a:r>
            <a:r>
              <a:rPr sz="2000">
                <a:latin typeface="Noto Looped Lao Cond ExBd"/>
                <a:ea typeface="Noto Looped Lao Cond ExBd"/>
                <a:cs typeface="Noto Looped Lao Cond ExBd"/>
              </a:rPr>
              <a:t>css</a:t>
            </a:r>
            <a:endParaRPr sz="2000">
              <a:latin typeface="Noto Looped Lao Cond ExBd"/>
              <a:ea typeface="Noto Looped Lao Cond ExBd"/>
              <a:cs typeface="Noto Looped Lao Cond ExB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2000">
                <a:latin typeface="Noto Looped Lao Cond ExBd"/>
                <a:ea typeface="Noto Looped Lao Cond ExBd"/>
                <a:cs typeface="Noto Looped Lao Cond ExBd"/>
              </a:rPr>
              <a:t>	/docs</a:t>
            </a:r>
            <a:endParaRPr sz="2000">
              <a:latin typeface="Noto Looped Lao Cond ExBd"/>
              <a:ea typeface="Noto Looped Lao Cond ExBd"/>
              <a:cs typeface="Noto Looped Lao Cond ExB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2000">
                <a:latin typeface="Noto Looped Lao Cond ExBd"/>
                <a:ea typeface="Noto Looped Lao Cond ExBd"/>
                <a:cs typeface="Noto Looped Lao Cond ExBd"/>
              </a:rPr>
              <a:t>		</a:t>
            </a:r>
            <a:r>
              <a:rPr lang="en-US" sz="2000" b="0" i="0" u="none" strike="noStrike" cap="none" spc="0">
                <a:solidFill>
                  <a:srgbClr val="000000"/>
                </a:solidFill>
                <a:latin typeface="Noto Looped Lao Cond ExBd"/>
                <a:ea typeface="Noto Looped Lao Cond ExBd"/>
                <a:cs typeface="Noto Looped Lao Cond ExBd"/>
              </a:rPr>
              <a:t>12_HoSiuHang_Final_Project_V00</a:t>
            </a:r>
            <a:r>
              <a:rPr sz="2000">
                <a:latin typeface="Noto Looped Lao Cond ExBd"/>
                <a:ea typeface="Noto Looped Lao Cond ExBd"/>
                <a:cs typeface="Noto Looped Lao Cond ExBd"/>
              </a:rPr>
              <a:t>.pdf</a:t>
            </a:r>
            <a:endParaRPr sz="2000">
              <a:latin typeface="Noto Looped Lao Cond ExBd"/>
              <a:ea typeface="Noto Looped Lao Cond ExBd"/>
              <a:cs typeface="Noto Looped Lao Cond ExB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2000">
                <a:latin typeface="Noto Looped Lao Cond ExBd"/>
                <a:ea typeface="Noto Looped Lao Cond ExBd"/>
                <a:cs typeface="Noto Looped Lao Cond ExBd"/>
              </a:rPr>
              <a:t>		...</a:t>
            </a:r>
            <a:endParaRPr sz="2000">
              <a:latin typeface="Noto Looped Lao Cond ExBd"/>
              <a:ea typeface="Noto Looped Lao Cond ExBd"/>
              <a:cs typeface="Noto Looped Lao Cond ExB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2000">
                <a:latin typeface="Noto Looped Lao Cond ExBd"/>
                <a:ea typeface="Noto Looped Lao Cond ExBd"/>
                <a:cs typeface="Noto Looped Lao Cond ExBd"/>
              </a:rPr>
              <a:t>		</a:t>
            </a:r>
            <a:r>
              <a:rPr lang="en-US" sz="2000" b="0" i="0" u="none" strike="noStrike" cap="none" spc="0">
                <a:solidFill>
                  <a:srgbClr val="000000"/>
                </a:solidFill>
                <a:latin typeface="Noto Looped Lao Cond ExBd"/>
                <a:ea typeface="Noto Looped Lao Cond ExBd"/>
                <a:cs typeface="Noto Looped Lao Cond ExBd"/>
              </a:rPr>
              <a:t>12_HoSiuHang_Final_Project_V03</a:t>
            </a:r>
            <a:r>
              <a:rPr lang="en-US" sz="2000" b="0" i="0" u="none" strike="noStrike" cap="none" spc="0">
                <a:solidFill>
                  <a:srgbClr val="000000"/>
                </a:solidFill>
                <a:latin typeface="Noto Looped Lao Cond ExBd"/>
                <a:ea typeface="Noto Looped Lao Cond ExBd"/>
                <a:cs typeface="Noto Looped Lao Cond ExBd"/>
              </a:rPr>
              <a:t>.pdf</a:t>
            </a:r>
            <a:endParaRPr sz="2000">
              <a:latin typeface="Noto Looped Lao Cond ExBd"/>
              <a:ea typeface="Noto Looped Lao Cond ExBd"/>
              <a:cs typeface="Noto Looped Lao Cond ExB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2000">
                <a:latin typeface="Noto Looped Lao Cond ExBd"/>
                <a:ea typeface="Noto Looped Lao Cond ExBd"/>
                <a:cs typeface="Noto Looped Lao Cond ExBd"/>
              </a:rPr>
              <a:t>		</a:t>
            </a:r>
            <a:r>
              <a:rPr lang="en-US" sz="2000" b="0" i="0" u="none" strike="noStrike" cap="none" spc="0">
                <a:solidFill>
                  <a:srgbClr val="000000"/>
                </a:solidFill>
                <a:latin typeface="Noto Looped Lao Cond ExBd"/>
                <a:ea typeface="Noto Looped Lao Cond ExBd"/>
                <a:cs typeface="Noto Looped Lao Cond ExBd"/>
              </a:rPr>
              <a:t>12_HoSiuHang_Final_Project_V03</a:t>
            </a:r>
            <a:r>
              <a:rPr sz="2000">
                <a:latin typeface="Noto Looped Lao Cond ExBd"/>
                <a:ea typeface="Noto Looped Lao Cond ExBd"/>
                <a:cs typeface="Noto Looped Lao Cond ExBd"/>
              </a:rPr>
              <a:t>.pptx</a:t>
            </a:r>
            <a:endParaRPr sz="2000">
              <a:latin typeface="Noto Looped Lao Cond ExBd"/>
              <a:ea typeface="Noto Looped Lao Cond ExBd"/>
              <a:cs typeface="Noto Looped Lao Cond ExB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2000">
                <a:latin typeface="Noto Looped Lao Cond ExBd"/>
                <a:ea typeface="Noto Looped Lao Cond ExBd"/>
                <a:cs typeface="Noto Looped Lao Cond ExBd"/>
              </a:rPr>
              <a:t>		resources.txt		</a:t>
            </a:r>
            <a:endParaRPr sz="2000">
              <a:latin typeface="Noto Looped Lao Cond ExBd"/>
              <a:ea typeface="Noto Looped Lao Cond ExBd"/>
              <a:cs typeface="Noto Looped Lao Cond ExB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2000">
                <a:latin typeface="Noto Looped Lao Cond ExBd"/>
                <a:ea typeface="Noto Looped Lao Cond ExBd"/>
                <a:cs typeface="Noto Looped Lao Cond ExBd"/>
              </a:rPr>
              <a:t>	/img</a:t>
            </a:r>
            <a:endParaRPr sz="2000">
              <a:latin typeface="Noto Looped Lao Cond ExBd"/>
              <a:ea typeface="Noto Looped Lao Cond ExBd"/>
              <a:cs typeface="Noto Looped Lao Cond ExB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2000">
                <a:latin typeface="Noto Looped Lao Cond ExBd"/>
                <a:ea typeface="Noto Looped Lao Cond ExBd"/>
                <a:cs typeface="Noto Looped Lao Cond ExBd"/>
              </a:rPr>
              <a:t>	/script</a:t>
            </a:r>
            <a:endParaRPr sz="2000">
              <a:latin typeface="Noto Looped Lao Cond ExBd"/>
              <a:ea typeface="Noto Looped Lao Cond ExBd"/>
              <a:cs typeface="Noto Looped Lao Cond ExB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2000">
                <a:latin typeface="Noto Looped Lao Cond ExBd"/>
                <a:ea typeface="Noto Looped Lao Cond ExBd"/>
                <a:cs typeface="Noto Looped Lao Cond ExBd"/>
              </a:rPr>
              <a:t>	/video</a:t>
            </a:r>
            <a:endParaRPr sz="2000">
              <a:latin typeface="Noto Looped Lao Cond ExBd"/>
              <a:ea typeface="Noto Looped Lao Cond ExBd"/>
              <a:cs typeface="Noto Looped Lao Cond ExB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2000">
                <a:latin typeface="Noto Looped Lao Cond ExBd"/>
                <a:ea typeface="Noto Looped Lao Cond ExBd"/>
                <a:cs typeface="Noto Looped Lao Cond ExBd"/>
              </a:rPr>
              <a:t>	.gitignore</a:t>
            </a:r>
            <a:r>
              <a:rPr sz="2000">
                <a:latin typeface="Noto Looped Lao Cond ExBd"/>
                <a:ea typeface="Noto Looped Lao Cond ExBd"/>
                <a:cs typeface="Noto Looped Lao Cond ExBd"/>
              </a:rPr>
              <a:t>	</a:t>
            </a:r>
            <a:endParaRPr sz="2000">
              <a:latin typeface="Noto Looped Lao Cond ExBd"/>
              <a:ea typeface="Noto Looped Lao Cond ExBd"/>
              <a:cs typeface="Noto Looped Lao Cond ExB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2000">
                <a:latin typeface="Noto Looped Lao Cond ExBd"/>
                <a:ea typeface="Noto Looped Lao Cond ExBd"/>
                <a:cs typeface="Noto Looped Lao Cond ExBd"/>
              </a:rPr>
              <a:t>	e02_00_</a:t>
            </a:r>
            <a:r>
              <a:rPr sz="2000">
                <a:latin typeface="Noto Looped Lao Cond ExBd"/>
                <a:ea typeface="Noto Looped Lao Cond ExBd"/>
                <a:cs typeface="Noto Looped Lao Cond ExBd"/>
              </a:rPr>
              <a:t>MatchRecord.html</a:t>
            </a:r>
            <a:endParaRPr sz="2000">
              <a:latin typeface="Noto Looped Lao Cond ExBd"/>
              <a:ea typeface="Noto Looped Lao Cond ExBd"/>
              <a:cs typeface="Noto Looped Lao Cond ExB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2000">
                <a:latin typeface="Noto Looped Lao Cond ExBd"/>
                <a:ea typeface="Noto Looped Lao Cond ExBd"/>
                <a:cs typeface="Noto Looped Lao Cond ExBd"/>
              </a:rPr>
              <a:t>	...</a:t>
            </a:r>
            <a:endParaRPr sz="2000">
              <a:latin typeface="Noto Looped Lao Cond ExBd"/>
              <a:ea typeface="Noto Looped Lao Cond ExBd"/>
              <a:cs typeface="Noto Looped Lao Cond ExB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2000">
                <a:latin typeface="Noto Looped Lao Cond ExBd"/>
                <a:ea typeface="Noto Looped Lao Cond ExBd"/>
                <a:cs typeface="Noto Looped Lao Cond ExBd"/>
              </a:rPr>
              <a:t>	e</a:t>
            </a:r>
            <a:r>
              <a:rPr sz="2000">
                <a:latin typeface="Noto Looped Lao Cond ExBd"/>
                <a:ea typeface="Noto Looped Lao Cond ExBd"/>
                <a:cs typeface="Noto Looped Lao Cond ExBd"/>
              </a:rPr>
              <a:t>16_00_</a:t>
            </a:r>
            <a:r>
              <a:rPr sz="2000">
                <a:latin typeface="Noto Looped Lao Cond ExBd"/>
                <a:ea typeface="Noto Looped Lao Cond ExBd"/>
                <a:cs typeface="Noto Looped Lao Cond ExBd"/>
              </a:rPr>
              <a:t>LegalNotice.html</a:t>
            </a:r>
            <a:endParaRPr sz="2000">
              <a:latin typeface="Noto Looped Lao Cond ExBd"/>
              <a:ea typeface="Noto Looped Lao Cond ExBd"/>
              <a:cs typeface="Noto Looped Lao Cond ExB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2000">
                <a:latin typeface="Noto Looped Lao Cond ExBd"/>
                <a:ea typeface="Noto Looped Lao Cond ExBd"/>
                <a:cs typeface="Noto Looped Lao Cond ExBd"/>
              </a:rPr>
              <a:t>	</a:t>
            </a:r>
            <a:r>
              <a:rPr sz="2000">
                <a:latin typeface="Noto Looped Lao Cond ExBd"/>
                <a:ea typeface="Noto Looped Lao Cond ExBd"/>
                <a:cs typeface="Noto Looped Lao Cond ExBd"/>
              </a:rPr>
              <a:t>index.html</a:t>
            </a:r>
            <a:r>
              <a:rPr sz="2000">
                <a:latin typeface="Noto Looped Lao Cond ExBd"/>
                <a:ea typeface="Noto Looped Lao Cond ExBd"/>
                <a:cs typeface="Noto Looped Lao Cond ExBd"/>
              </a:rPr>
              <a:t>	</a:t>
            </a:r>
            <a:endParaRPr sz="2000">
              <a:latin typeface="Noto Looped Lao Cond ExBd"/>
              <a:ea typeface="Noto Looped Lao Cond ExBd"/>
              <a:cs typeface="Noto Looped Lao Cond ExB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alphaModFix/>
          </a:blip>
          <a:tile algn="tl" flip="none" sx="100000" sy="100000" tx="0" ty="0"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cxnSp>
        <p:nvCxnSpPr>
          <p:cNvPr id="186174781" name="直線接點 4"/>
          <p:cNvCxnSpPr/>
          <p:nvPr/>
        </p:nvCxnSpPr>
        <p:spPr bwMode="auto">
          <a:xfrm flipV="1">
            <a:off x="0" y="584802"/>
            <a:ext cx="12192000" cy="6564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4056188" name="TextBox 20"/>
          <p:cNvSpPr txBox="1"/>
          <p:nvPr/>
        </p:nvSpPr>
        <p:spPr bwMode="auto">
          <a:xfrm>
            <a:off x="0" y="646290"/>
            <a:ext cx="8252961" cy="469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/>
              <a:t>E. 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網站架構圖(Sitemap)</a:t>
            </a:r>
            <a:endParaRPr lang="en-US" sz="2400"/>
          </a:p>
        </p:txBody>
      </p:sp>
      <p:sp>
        <p:nvSpPr>
          <p:cNvPr id="1211818771" name="Slide Number Placeholder 1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14</a:t>
            </a:fld>
            <a:endParaRPr lang="en-US"/>
          </a:p>
        </p:txBody>
      </p:sp>
      <p:sp>
        <p:nvSpPr>
          <p:cNvPr id="1112661577" name="Google Shape;90;p1"/>
          <p:cNvSpPr txBox="1"/>
          <p:nvPr/>
        </p:nvSpPr>
        <p:spPr bwMode="auto">
          <a:xfrm>
            <a:off x="0" y="-7043"/>
            <a:ext cx="12283076" cy="653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3" tIns="45699" rIns="91423" bIns="45699" anchor="t" anchorCtr="0">
            <a:spAutoFit/>
          </a:bodyPr>
          <a:lstStyle/>
          <a:p>
            <a:pPr>
              <a:defRPr/>
            </a:pP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前端網站開發人員證書</a:t>
            </a: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(CT288DS006)</a:t>
            </a:r>
            <a:r>
              <a:rPr lang="en-US" sz="1800">
                <a:latin typeface="Arial"/>
                <a:ea typeface="Times New Roman"/>
                <a:cs typeface="Times New Roman"/>
              </a:rPr>
              <a:t> -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Arial"/>
                <a:ea typeface="Times New Roman"/>
                <a:cs typeface="Times New Roman"/>
              </a:rPr>
              <a:t>網站開發專案</a:t>
            </a:r>
            <a:endParaRPr lang="en-US" sz="1800">
              <a:latin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開發者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HO Siu Hang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 (Desmond)  </a:t>
            </a: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學生編號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12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			</a:t>
            </a:r>
            <a:r>
              <a:rPr lang="zh-TW" sz="1800" b="0" i="0" u="none" strike="noStrike" cap="none" spc="0">
                <a:solidFill>
                  <a:srgbClr val="152BEB"/>
                </a:solidFill>
                <a:latin typeface="Arial"/>
                <a:ea typeface="Calibri"/>
                <a:cs typeface="Calibri"/>
              </a:rPr>
              <a:t>			闌珊相親</a:t>
            </a:r>
            <a:r>
              <a:rPr lang="en-US" sz="1800" b="0" i="0" u="none" strike="noStrike" cap="none" spc="0">
                <a:solidFill>
                  <a:srgbClr val="152BEB"/>
                </a:solidFill>
                <a:latin typeface="Arial"/>
                <a:ea typeface="Times New Roman"/>
                <a:cs typeface="Times New Roman"/>
              </a:rPr>
              <a:t>網站</a:t>
            </a:r>
            <a:endParaRPr sz="1800">
              <a:solidFill>
                <a:srgbClr val="0000FF"/>
              </a:solidFill>
              <a:latin typeface="Arial"/>
              <a:ea typeface="Calibri"/>
              <a:cs typeface="Calibri"/>
            </a:endParaRPr>
          </a:p>
        </p:txBody>
      </p:sp>
      <p:sp>
        <p:nvSpPr>
          <p:cNvPr id="2113810883" name=""/>
          <p:cNvSpPr/>
          <p:nvPr/>
        </p:nvSpPr>
        <p:spPr bwMode="auto">
          <a:xfrm rot="0" flipH="0" flipV="0">
            <a:off x="1572708" y="2398008"/>
            <a:ext cx="873639" cy="1078007"/>
          </a:xfrm>
          <a:prstGeom prst="flowChartDocumen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solidFill>
                <a:srgbClr val="FF0000"/>
              </a:solidFill>
              <a:highlight>
                <a:srgbClr val="FFFFFF"/>
              </a:highlight>
            </a:endParaRPr>
          </a:p>
        </p:txBody>
      </p:sp>
      <p:sp>
        <p:nvSpPr>
          <p:cNvPr id="1163561480" name=""/>
          <p:cNvSpPr txBox="1"/>
          <p:nvPr/>
        </p:nvSpPr>
        <p:spPr bwMode="auto">
          <a:xfrm rot="0" flipH="0" flipV="0">
            <a:off x="1569828" y="2398008"/>
            <a:ext cx="877239" cy="8233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E2</a:t>
            </a:r>
            <a:endParaRPr lang="en-US" sz="16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algn="l"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相親</a:t>
            </a:r>
            <a:endParaRPr lang="en-US" sz="16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  <a:p>
            <a:pPr algn="l"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查冊</a:t>
            </a:r>
            <a:endParaRPr sz="1600"/>
          </a:p>
        </p:txBody>
      </p:sp>
      <p:sp>
        <p:nvSpPr>
          <p:cNvPr id="1944055566" name=""/>
          <p:cNvSpPr/>
          <p:nvPr/>
        </p:nvSpPr>
        <p:spPr bwMode="auto">
          <a:xfrm rot="0" flipH="0" flipV="0">
            <a:off x="2666084" y="2421820"/>
            <a:ext cx="873639" cy="1030383"/>
          </a:xfrm>
          <a:prstGeom prst="flowChartDocumen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solidFill>
                <a:srgbClr val="FF0000"/>
              </a:solidFill>
              <a:highlight>
                <a:srgbClr val="FFFFFF"/>
              </a:highlight>
            </a:endParaRPr>
          </a:p>
        </p:txBody>
      </p:sp>
      <p:sp>
        <p:nvSpPr>
          <p:cNvPr id="531501375" name=""/>
          <p:cNvSpPr/>
          <p:nvPr/>
        </p:nvSpPr>
        <p:spPr bwMode="auto">
          <a:xfrm rot="0" flipH="0" flipV="0">
            <a:off x="3720603" y="2421820"/>
            <a:ext cx="873639" cy="1030383"/>
          </a:xfrm>
          <a:prstGeom prst="flowChartDocumen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solidFill>
                <a:srgbClr val="FF0000"/>
              </a:solidFill>
              <a:highlight>
                <a:srgbClr val="FFFFFF"/>
              </a:highlight>
            </a:endParaRPr>
          </a:p>
        </p:txBody>
      </p:sp>
      <p:sp>
        <p:nvSpPr>
          <p:cNvPr id="1791182024" name=""/>
          <p:cNvSpPr/>
          <p:nvPr/>
        </p:nvSpPr>
        <p:spPr bwMode="auto">
          <a:xfrm rot="0" flipH="0" flipV="0">
            <a:off x="4771729" y="2394679"/>
            <a:ext cx="873639" cy="1030383"/>
          </a:xfrm>
          <a:prstGeom prst="flowChartDocumen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solidFill>
                <a:srgbClr val="FF0000"/>
              </a:solidFill>
              <a:highlight>
                <a:srgbClr val="FFFFFF"/>
              </a:highlight>
            </a:endParaRPr>
          </a:p>
        </p:txBody>
      </p:sp>
      <p:sp>
        <p:nvSpPr>
          <p:cNvPr id="2122828202" name=""/>
          <p:cNvSpPr/>
          <p:nvPr/>
        </p:nvSpPr>
        <p:spPr bwMode="auto">
          <a:xfrm rot="0" flipH="0" flipV="0">
            <a:off x="5854759" y="2364199"/>
            <a:ext cx="873639" cy="1030383"/>
          </a:xfrm>
          <a:prstGeom prst="flowChartDocumen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solidFill>
                <a:srgbClr val="FF0000"/>
              </a:solidFill>
              <a:highlight>
                <a:srgbClr val="FFFFFF"/>
              </a:highlight>
            </a:endParaRPr>
          </a:p>
        </p:txBody>
      </p:sp>
      <p:sp>
        <p:nvSpPr>
          <p:cNvPr id="1906940246" name=""/>
          <p:cNvSpPr/>
          <p:nvPr/>
        </p:nvSpPr>
        <p:spPr bwMode="auto">
          <a:xfrm rot="0" flipH="0" flipV="0">
            <a:off x="9637911" y="803872"/>
            <a:ext cx="873639" cy="1030383"/>
          </a:xfrm>
          <a:prstGeom prst="flowChartDocumen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solidFill>
                <a:srgbClr val="FF0000"/>
              </a:solidFill>
              <a:highlight>
                <a:srgbClr val="FFFFFF"/>
              </a:highlight>
            </a:endParaRPr>
          </a:p>
        </p:txBody>
      </p:sp>
      <p:sp>
        <p:nvSpPr>
          <p:cNvPr id="287237377" name=""/>
          <p:cNvSpPr/>
          <p:nvPr/>
        </p:nvSpPr>
        <p:spPr bwMode="auto">
          <a:xfrm rot="0" flipH="0" flipV="0">
            <a:off x="6977989" y="2333719"/>
            <a:ext cx="873639" cy="1030383"/>
          </a:xfrm>
          <a:prstGeom prst="flowChartDocumen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solidFill>
                <a:srgbClr val="FF0000"/>
              </a:solidFill>
              <a:highlight>
                <a:srgbClr val="FFFFFF"/>
              </a:highlight>
            </a:endParaRPr>
          </a:p>
        </p:txBody>
      </p:sp>
      <p:sp>
        <p:nvSpPr>
          <p:cNvPr id="221118283" name=""/>
          <p:cNvSpPr/>
          <p:nvPr/>
        </p:nvSpPr>
        <p:spPr bwMode="auto">
          <a:xfrm rot="0" flipH="0" flipV="0">
            <a:off x="8029589" y="2327052"/>
            <a:ext cx="873639" cy="1030383"/>
          </a:xfrm>
          <a:prstGeom prst="flowChartDocumen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solidFill>
                <a:srgbClr val="FF0000"/>
              </a:solidFill>
              <a:highlight>
                <a:srgbClr val="FFFFFF"/>
              </a:highlight>
            </a:endParaRPr>
          </a:p>
        </p:txBody>
      </p:sp>
      <p:sp>
        <p:nvSpPr>
          <p:cNvPr id="721121063" name=""/>
          <p:cNvSpPr/>
          <p:nvPr/>
        </p:nvSpPr>
        <p:spPr bwMode="auto">
          <a:xfrm rot="0" flipH="0" flipV="0">
            <a:off x="9076950" y="2333719"/>
            <a:ext cx="873639" cy="1030383"/>
          </a:xfrm>
          <a:prstGeom prst="flowChartDocumen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solidFill>
                <a:srgbClr val="FF0000"/>
              </a:solidFill>
              <a:highlight>
                <a:srgbClr val="FFFFFF"/>
              </a:highlight>
            </a:endParaRPr>
          </a:p>
        </p:txBody>
      </p:sp>
      <p:sp>
        <p:nvSpPr>
          <p:cNvPr id="435587223" name=""/>
          <p:cNvSpPr/>
          <p:nvPr/>
        </p:nvSpPr>
        <p:spPr bwMode="auto">
          <a:xfrm rot="0" flipH="0" flipV="0">
            <a:off x="10169216" y="2333719"/>
            <a:ext cx="873639" cy="1030383"/>
          </a:xfrm>
          <a:prstGeom prst="flowChartDocumen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solidFill>
                <a:srgbClr val="FF0000"/>
              </a:solidFill>
              <a:highlight>
                <a:srgbClr val="FFFFFF"/>
              </a:highlight>
            </a:endParaRPr>
          </a:p>
        </p:txBody>
      </p:sp>
      <p:sp>
        <p:nvSpPr>
          <p:cNvPr id="1420707464" name=""/>
          <p:cNvSpPr/>
          <p:nvPr/>
        </p:nvSpPr>
        <p:spPr bwMode="auto">
          <a:xfrm rot="0" flipH="0" flipV="0">
            <a:off x="11201560" y="2318289"/>
            <a:ext cx="873639" cy="1030383"/>
          </a:xfrm>
          <a:prstGeom prst="flowChartDocumen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solidFill>
                <a:srgbClr val="FF0000"/>
              </a:solidFill>
              <a:highlight>
                <a:srgbClr val="FFFFFF"/>
              </a:highlight>
            </a:endParaRPr>
          </a:p>
        </p:txBody>
      </p:sp>
      <p:sp>
        <p:nvSpPr>
          <p:cNvPr id="534969795" name=""/>
          <p:cNvSpPr txBox="1"/>
          <p:nvPr/>
        </p:nvSpPr>
        <p:spPr bwMode="auto">
          <a:xfrm rot="0" flipH="0" flipV="0">
            <a:off x="2666084" y="2421820"/>
            <a:ext cx="778373" cy="8233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E3</a:t>
            </a:r>
            <a:endParaRPr lang="en-US" sz="16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相親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叙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餐</a:t>
            </a:r>
            <a:endParaRPr/>
          </a:p>
        </p:txBody>
      </p:sp>
      <p:sp>
        <p:nvSpPr>
          <p:cNvPr id="1132102242" name=""/>
          <p:cNvSpPr/>
          <p:nvPr/>
        </p:nvSpPr>
        <p:spPr bwMode="auto">
          <a:xfrm rot="0" flipH="0" flipV="0">
            <a:off x="5166216" y="803872"/>
            <a:ext cx="865917" cy="1005044"/>
          </a:xfrm>
          <a:prstGeom prst="flowChartDocumen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solidFill>
                <a:srgbClr val="FF0000"/>
              </a:solidFill>
              <a:highlight>
                <a:srgbClr val="FFFFFF"/>
              </a:highlight>
            </a:endParaRPr>
          </a:p>
        </p:txBody>
      </p:sp>
      <p:sp>
        <p:nvSpPr>
          <p:cNvPr id="638426737" name=""/>
          <p:cNvSpPr txBox="1"/>
          <p:nvPr/>
        </p:nvSpPr>
        <p:spPr bwMode="auto">
          <a:xfrm rot="0" flipH="0" flipV="0">
            <a:off x="5166216" y="803872"/>
            <a:ext cx="1244728" cy="5794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E1</a:t>
            </a:r>
            <a:endParaRPr lang="en-US" sz="16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algn="l"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首頁</a:t>
            </a:r>
            <a:endParaRPr lang="en-US" sz="16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325803600" name=""/>
          <p:cNvSpPr txBox="1"/>
          <p:nvPr/>
        </p:nvSpPr>
        <p:spPr bwMode="auto">
          <a:xfrm rot="0" flipH="0" flipV="0">
            <a:off x="9645631" y="803872"/>
            <a:ext cx="741197" cy="8233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E7</a:t>
            </a:r>
            <a:endParaRPr lang="en-US" sz="16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搜尋</a:t>
            </a:r>
            <a:r>
              <a:rPr sz="1600"/>
              <a:t>結果</a:t>
            </a:r>
            <a:endParaRPr sz="16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750917453" name=""/>
          <p:cNvSpPr txBox="1"/>
          <p:nvPr/>
        </p:nvSpPr>
        <p:spPr bwMode="auto">
          <a:xfrm rot="0" flipH="0" flipV="0">
            <a:off x="3720603" y="2421820"/>
            <a:ext cx="780173" cy="8233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/>
              <a:t>E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</a:t>
            </a:r>
            <a:endParaRPr sz="16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相親旅行</a:t>
            </a:r>
            <a:endParaRPr sz="1600"/>
          </a:p>
        </p:txBody>
      </p:sp>
      <p:sp>
        <p:nvSpPr>
          <p:cNvPr id="1928819949" name=""/>
          <p:cNvSpPr txBox="1"/>
          <p:nvPr/>
        </p:nvSpPr>
        <p:spPr bwMode="auto">
          <a:xfrm rot="0" flipH="0" flipV="0">
            <a:off x="4771729" y="2394679"/>
            <a:ext cx="781613" cy="8233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E5</a:t>
            </a:r>
            <a:endParaRPr lang="en-US" sz="16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性格測試</a:t>
            </a:r>
            <a:endParaRPr lang="en-US" sz="16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953696265" name=""/>
          <p:cNvSpPr txBox="1"/>
          <p:nvPr/>
        </p:nvSpPr>
        <p:spPr bwMode="auto">
          <a:xfrm rot="0" flipH="0" flipV="0">
            <a:off x="5854759" y="2364199"/>
            <a:ext cx="783414" cy="8233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E6</a:t>
            </a:r>
            <a:endParaRPr lang="en-US" sz="16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zh-TW" sz="16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闌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訊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安裝</a:t>
            </a:r>
            <a:endParaRPr lang="en-US" sz="16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125032674" name=""/>
          <p:cNvSpPr txBox="1"/>
          <p:nvPr/>
        </p:nvSpPr>
        <p:spPr bwMode="auto">
          <a:xfrm rot="0" flipH="0" flipV="0">
            <a:off x="6977989" y="2364199"/>
            <a:ext cx="683903" cy="8233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E8</a:t>
            </a:r>
            <a:endParaRPr sz="16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會員登入</a:t>
            </a:r>
            <a:endParaRPr sz="16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2064437979" name=""/>
          <p:cNvSpPr txBox="1"/>
          <p:nvPr/>
        </p:nvSpPr>
        <p:spPr bwMode="auto">
          <a:xfrm rot="0" flipH="0" flipV="0">
            <a:off x="8029589" y="2357532"/>
            <a:ext cx="682146" cy="8233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/>
              <a:t>E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9</a:t>
            </a:r>
            <a:endParaRPr lang="en-US" sz="16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其他服務</a:t>
            </a:r>
            <a:endParaRPr sz="16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116496987" name=""/>
          <p:cNvSpPr txBox="1"/>
          <p:nvPr/>
        </p:nvSpPr>
        <p:spPr bwMode="auto">
          <a:xfrm rot="0" flipH="0" flipV="0">
            <a:off x="9076950" y="2333719"/>
            <a:ext cx="684306" cy="8233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16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E10</a:t>
            </a:r>
            <a:endParaRPr lang="en-US" sz="16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zh-TW" sz="16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闌珊</a:t>
            </a:r>
            <a:r>
              <a:rPr lang="en-US" sz="1600" b="0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月刊</a:t>
            </a:r>
            <a:endParaRPr lang="en-US" sz="16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1663990730" name=""/>
          <p:cNvSpPr txBox="1"/>
          <p:nvPr/>
        </p:nvSpPr>
        <p:spPr bwMode="auto">
          <a:xfrm rot="0" flipH="0" flipV="0">
            <a:off x="10169216" y="2333719"/>
            <a:ext cx="685026" cy="8233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16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E11</a:t>
            </a:r>
            <a:endParaRPr lang="en-US" sz="16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關於我們</a:t>
            </a:r>
            <a:endParaRPr lang="en-US" sz="16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1279645062" name=""/>
          <p:cNvSpPr txBox="1"/>
          <p:nvPr/>
        </p:nvSpPr>
        <p:spPr bwMode="auto">
          <a:xfrm rot="0" flipH="0" flipV="0">
            <a:off x="11201560" y="2318289"/>
            <a:ext cx="686466" cy="5794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Times New Roman"/>
                <a:cs typeface="Times New Roman"/>
              </a:rPr>
              <a:t>E12</a:t>
            </a:r>
            <a:endParaRPr lang="en-US" sz="16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付款</a:t>
            </a:r>
            <a:endParaRPr sz="16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1708502854" name=""/>
          <p:cNvSpPr/>
          <p:nvPr/>
        </p:nvSpPr>
        <p:spPr bwMode="auto">
          <a:xfrm rot="0" flipH="0" flipV="0">
            <a:off x="4751724" y="3946418"/>
            <a:ext cx="873639" cy="1030383"/>
          </a:xfrm>
          <a:prstGeom prst="flowChartDocumen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solidFill>
                <a:srgbClr val="FF0000"/>
              </a:solidFill>
              <a:highlight>
                <a:srgbClr val="FFFFFF"/>
              </a:highlight>
            </a:endParaRPr>
          </a:p>
        </p:txBody>
      </p:sp>
      <p:sp>
        <p:nvSpPr>
          <p:cNvPr id="1900054979" name=""/>
          <p:cNvSpPr txBox="1"/>
          <p:nvPr/>
        </p:nvSpPr>
        <p:spPr bwMode="auto">
          <a:xfrm rot="0" flipH="0" flipV="0">
            <a:off x="4751724" y="3946418"/>
            <a:ext cx="773868" cy="826441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Linux Biolinum O"/>
                <a:ea typeface="Linux Biolinum O"/>
                <a:cs typeface="Linux Biolinum O"/>
              </a:rPr>
              <a:t>E５.１</a:t>
            </a:r>
            <a:endParaRPr sz="1600" b="0" i="0" u="none" strike="noStrike" cap="none" spc="0">
              <a:solidFill>
                <a:srgbClr val="000000"/>
              </a:solidFill>
              <a:latin typeface="Linux Biolinum O"/>
              <a:cs typeface="Linux Biolinum O"/>
            </a:endParaRPr>
          </a:p>
          <a:p>
            <a:pPr>
              <a:defRPr/>
            </a:pPr>
            <a:r>
              <a:rPr lang="en-US" sz="1600" b="0" i="0" u="none" strike="noStrike" cap="none" spc="0">
                <a:solidFill>
                  <a:schemeClr val="tx1"/>
                </a:solidFill>
                <a:latin typeface="Linux Biolinum O"/>
                <a:ea typeface="Linux Biolinum O"/>
                <a:cs typeface="Linux Biolinum O"/>
              </a:rPr>
              <a:t>九型人格</a:t>
            </a:r>
            <a:endParaRPr sz="1600" b="0" i="0" u="none" strike="noStrike" cap="none" spc="0">
              <a:solidFill>
                <a:srgbClr val="000000"/>
              </a:solidFill>
              <a:latin typeface="Linux Biolinum O"/>
              <a:cs typeface="Linux Biolinum O"/>
            </a:endParaRPr>
          </a:p>
        </p:txBody>
      </p:sp>
      <p:sp>
        <p:nvSpPr>
          <p:cNvPr id="1401945473" name=""/>
          <p:cNvSpPr/>
          <p:nvPr/>
        </p:nvSpPr>
        <p:spPr bwMode="auto">
          <a:xfrm rot="0" flipH="0" flipV="0">
            <a:off x="3359028" y="3953085"/>
            <a:ext cx="873639" cy="1030383"/>
          </a:xfrm>
          <a:prstGeom prst="flowChartDocumen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solidFill>
                <a:srgbClr val="FF0000"/>
              </a:solidFill>
              <a:highlight>
                <a:srgbClr val="FFFFFF"/>
              </a:highlight>
            </a:endParaRPr>
          </a:p>
        </p:txBody>
      </p:sp>
      <p:sp>
        <p:nvSpPr>
          <p:cNvPr id="816084522" name=""/>
          <p:cNvSpPr txBox="1"/>
          <p:nvPr/>
        </p:nvSpPr>
        <p:spPr bwMode="auto">
          <a:xfrm rot="0" flipH="0" flipV="0">
            <a:off x="3359028" y="3953085"/>
            <a:ext cx="994591" cy="83232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Times New Roman"/>
                <a:cs typeface="Times New Roman"/>
              </a:rPr>
              <a:t>E５.２</a:t>
            </a:r>
            <a:endParaRPr sz="16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en-US" sz="16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測試結果</a:t>
            </a:r>
            <a:endParaRPr sz="16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984168608" name=""/>
          <p:cNvSpPr/>
          <p:nvPr/>
        </p:nvSpPr>
        <p:spPr bwMode="auto">
          <a:xfrm rot="0" flipH="0" flipV="0">
            <a:off x="5854759" y="4968350"/>
            <a:ext cx="873639" cy="1030383"/>
          </a:xfrm>
          <a:prstGeom prst="flowChartDocumen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solidFill>
                <a:srgbClr val="FF0000"/>
              </a:solidFill>
              <a:highlight>
                <a:srgbClr val="FFFFFF"/>
              </a:highlight>
            </a:endParaRPr>
          </a:p>
        </p:txBody>
      </p:sp>
      <p:sp>
        <p:nvSpPr>
          <p:cNvPr id="938638541" name=""/>
          <p:cNvSpPr/>
          <p:nvPr/>
        </p:nvSpPr>
        <p:spPr bwMode="auto">
          <a:xfrm rot="0" flipH="0" flipV="0">
            <a:off x="6977989" y="4937870"/>
            <a:ext cx="873639" cy="1030383"/>
          </a:xfrm>
          <a:prstGeom prst="flowChartDocumen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solidFill>
                <a:srgbClr val="FF0000"/>
              </a:solidFill>
              <a:highlight>
                <a:srgbClr val="FFFFFF"/>
              </a:highlight>
            </a:endParaRPr>
          </a:p>
        </p:txBody>
      </p:sp>
      <p:sp>
        <p:nvSpPr>
          <p:cNvPr id="1436403184" name=""/>
          <p:cNvSpPr/>
          <p:nvPr/>
        </p:nvSpPr>
        <p:spPr bwMode="auto">
          <a:xfrm rot="0" flipH="0" flipV="0">
            <a:off x="8029589" y="4931203"/>
            <a:ext cx="873639" cy="1030383"/>
          </a:xfrm>
          <a:prstGeom prst="flowChartDocumen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solidFill>
                <a:srgbClr val="FF0000"/>
              </a:solidFill>
              <a:highlight>
                <a:srgbClr val="FFFFFF"/>
              </a:highlight>
            </a:endParaRPr>
          </a:p>
        </p:txBody>
      </p:sp>
      <p:sp>
        <p:nvSpPr>
          <p:cNvPr id="1716241714" name=""/>
          <p:cNvSpPr/>
          <p:nvPr/>
        </p:nvSpPr>
        <p:spPr bwMode="auto">
          <a:xfrm rot="0" flipH="0" flipV="0">
            <a:off x="9076950" y="4937870"/>
            <a:ext cx="873639" cy="1030383"/>
          </a:xfrm>
          <a:prstGeom prst="flowChartDocumen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solidFill>
                <a:srgbClr val="FF0000"/>
              </a:solidFill>
              <a:highlight>
                <a:srgbClr val="FFFFFF"/>
              </a:highlight>
            </a:endParaRPr>
          </a:p>
        </p:txBody>
      </p:sp>
      <p:sp>
        <p:nvSpPr>
          <p:cNvPr id="1833604426" name=""/>
          <p:cNvSpPr/>
          <p:nvPr/>
        </p:nvSpPr>
        <p:spPr bwMode="auto">
          <a:xfrm rot="0" flipH="0" flipV="0">
            <a:off x="10169216" y="4937870"/>
            <a:ext cx="873639" cy="1030383"/>
          </a:xfrm>
          <a:prstGeom prst="flowChartDocumen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solidFill>
                <a:srgbClr val="FF0000"/>
              </a:solidFill>
              <a:highlight>
                <a:srgbClr val="FFFFFF"/>
              </a:highlight>
            </a:endParaRPr>
          </a:p>
        </p:txBody>
      </p:sp>
      <p:sp>
        <p:nvSpPr>
          <p:cNvPr id="1211405979" name=""/>
          <p:cNvSpPr/>
          <p:nvPr/>
        </p:nvSpPr>
        <p:spPr bwMode="auto">
          <a:xfrm rot="0" flipH="0" flipV="0">
            <a:off x="11201560" y="4910433"/>
            <a:ext cx="873639" cy="1030383"/>
          </a:xfrm>
          <a:prstGeom prst="flowChartDocumen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solidFill>
                <a:srgbClr val="FF0000"/>
              </a:solidFill>
              <a:highlight>
                <a:srgbClr val="FFFFFF"/>
              </a:highlight>
            </a:endParaRPr>
          </a:p>
        </p:txBody>
      </p:sp>
      <p:sp>
        <p:nvSpPr>
          <p:cNvPr id="206677246" name=""/>
          <p:cNvSpPr txBox="1"/>
          <p:nvPr/>
        </p:nvSpPr>
        <p:spPr bwMode="auto">
          <a:xfrm rot="0" flipH="0" flipV="0">
            <a:off x="5854759" y="4968351"/>
            <a:ext cx="788454" cy="83232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Times New Roman"/>
                <a:cs typeface="Times New Roman"/>
              </a:rPr>
              <a:t>E９.１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婚禮籌辦</a:t>
            </a:r>
            <a:endParaRPr lang="en-US" sz="16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1275711289" name=""/>
          <p:cNvSpPr txBox="1"/>
          <p:nvPr/>
        </p:nvSpPr>
        <p:spPr bwMode="auto">
          <a:xfrm rot="0" flipH="0" flipV="0">
            <a:off x="6977989" y="4968350"/>
            <a:ext cx="789105" cy="83232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Times New Roman"/>
                <a:cs typeface="Times New Roman"/>
              </a:rPr>
              <a:t>E９.２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心理輔導</a:t>
            </a:r>
            <a:endParaRPr sz="16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2034743987" name=""/>
          <p:cNvSpPr txBox="1"/>
          <p:nvPr/>
        </p:nvSpPr>
        <p:spPr bwMode="auto">
          <a:xfrm rot="0" flipH="0" flipV="0">
            <a:off x="8029589" y="4961683"/>
            <a:ext cx="785254" cy="83025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E９.３</a:t>
            </a:r>
            <a:endParaRPr lang="en-US" sz="16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醫療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檢查</a:t>
            </a:r>
            <a:endParaRPr sz="16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1869657602" name=""/>
          <p:cNvSpPr txBox="1"/>
          <p:nvPr/>
        </p:nvSpPr>
        <p:spPr bwMode="auto">
          <a:xfrm rot="0" flipH="0" flipV="0">
            <a:off x="9076950" y="4937870"/>
            <a:ext cx="785644" cy="83232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Times New Roman"/>
                <a:cs typeface="Times New Roman"/>
              </a:rPr>
              <a:t>E９.４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親子鑑定</a:t>
            </a:r>
            <a:endParaRPr lang="en-US" sz="16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1503880070" name=""/>
          <p:cNvSpPr txBox="1"/>
          <p:nvPr/>
        </p:nvSpPr>
        <p:spPr bwMode="auto">
          <a:xfrm rot="0" flipH="0" flipV="0">
            <a:off x="10170026" y="4937870"/>
            <a:ext cx="805258" cy="58848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Times New Roman"/>
                <a:cs typeface="Times New Roman"/>
              </a:rPr>
              <a:t>E９.５</a:t>
            </a:r>
            <a:endParaRPr lang="en-US" sz="16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分手</a:t>
            </a:r>
            <a:endParaRPr lang="en-US" sz="16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804007844" name=""/>
          <p:cNvSpPr txBox="1"/>
          <p:nvPr/>
        </p:nvSpPr>
        <p:spPr bwMode="auto">
          <a:xfrm rot="0" flipH="0" flipV="0">
            <a:off x="11202460" y="4916648"/>
            <a:ext cx="787383" cy="83232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Times New Roman"/>
                <a:cs typeface="Times New Roman"/>
              </a:rPr>
              <a:t>E９.６</a:t>
            </a:r>
            <a:endParaRPr lang="en-US" sz="16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遺產繼承</a:t>
            </a:r>
            <a:endParaRPr sz="16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829528988" name=""/>
          <p:cNvSpPr/>
          <p:nvPr/>
        </p:nvSpPr>
        <p:spPr bwMode="auto">
          <a:xfrm rot="0" flipH="0" flipV="0">
            <a:off x="370104" y="5643466"/>
            <a:ext cx="873639" cy="1078007"/>
          </a:xfrm>
          <a:prstGeom prst="flowChartDocumen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solidFill>
                <a:srgbClr val="FF0000"/>
              </a:solidFill>
              <a:highlight>
                <a:srgbClr val="FFFFFF"/>
              </a:highlight>
            </a:endParaRPr>
          </a:p>
        </p:txBody>
      </p:sp>
      <p:sp>
        <p:nvSpPr>
          <p:cNvPr id="206399887" name=""/>
          <p:cNvSpPr txBox="1"/>
          <p:nvPr/>
        </p:nvSpPr>
        <p:spPr bwMode="auto">
          <a:xfrm rot="0" flipH="0" flipV="0">
            <a:off x="367224" y="5643466"/>
            <a:ext cx="732370" cy="83232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Times New Roman"/>
                <a:cs typeface="Times New Roman"/>
              </a:rPr>
              <a:t>E１３</a:t>
            </a:r>
            <a:endParaRPr lang="en-US" sz="16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algn="l"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私隱政策</a:t>
            </a:r>
            <a:endParaRPr sz="1600"/>
          </a:p>
        </p:txBody>
      </p:sp>
      <p:sp>
        <p:nvSpPr>
          <p:cNvPr id="1915771987" name=""/>
          <p:cNvSpPr/>
          <p:nvPr/>
        </p:nvSpPr>
        <p:spPr bwMode="auto">
          <a:xfrm rot="0" flipH="0" flipV="0">
            <a:off x="1463481" y="5667279"/>
            <a:ext cx="873639" cy="1030383"/>
          </a:xfrm>
          <a:prstGeom prst="flowChartDocumen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solidFill>
                <a:srgbClr val="FF0000"/>
              </a:solidFill>
              <a:highlight>
                <a:srgbClr val="FFFFFF"/>
              </a:highlight>
            </a:endParaRPr>
          </a:p>
        </p:txBody>
      </p:sp>
      <p:sp>
        <p:nvSpPr>
          <p:cNvPr id="1107191971" name=""/>
          <p:cNvSpPr/>
          <p:nvPr/>
        </p:nvSpPr>
        <p:spPr bwMode="auto">
          <a:xfrm rot="0" flipH="0" flipV="0">
            <a:off x="2518000" y="5667279"/>
            <a:ext cx="873639" cy="1030383"/>
          </a:xfrm>
          <a:prstGeom prst="flowChartDocumen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solidFill>
                <a:srgbClr val="FF0000"/>
              </a:solidFill>
              <a:highlight>
                <a:srgbClr val="FFFFFF"/>
              </a:highlight>
            </a:endParaRPr>
          </a:p>
        </p:txBody>
      </p:sp>
      <p:sp>
        <p:nvSpPr>
          <p:cNvPr id="1983894567" name=""/>
          <p:cNvSpPr/>
          <p:nvPr/>
        </p:nvSpPr>
        <p:spPr bwMode="auto">
          <a:xfrm rot="0" flipH="0" flipV="0">
            <a:off x="3569125" y="5640138"/>
            <a:ext cx="873639" cy="1030383"/>
          </a:xfrm>
          <a:prstGeom prst="flowChartDocumen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solidFill>
                <a:srgbClr val="FF0000"/>
              </a:solidFill>
              <a:highlight>
                <a:srgbClr val="FFFFFF"/>
              </a:highlight>
            </a:endParaRPr>
          </a:p>
        </p:txBody>
      </p:sp>
      <p:sp>
        <p:nvSpPr>
          <p:cNvPr id="312623266" name=""/>
          <p:cNvSpPr txBox="1"/>
          <p:nvPr/>
        </p:nvSpPr>
        <p:spPr bwMode="auto">
          <a:xfrm rot="0" flipH="0" flipV="0">
            <a:off x="1463481" y="5667279"/>
            <a:ext cx="780533" cy="79890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E１４</a:t>
            </a:r>
            <a:endParaRPr lang="en-US" sz="16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使用條款</a:t>
            </a:r>
            <a:endParaRPr lang="en-US" sz="16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843955951" name=""/>
          <p:cNvSpPr txBox="1"/>
          <p:nvPr/>
        </p:nvSpPr>
        <p:spPr bwMode="auto">
          <a:xfrm rot="0" flipH="0" flipV="0">
            <a:off x="2518000" y="5667279"/>
            <a:ext cx="781613" cy="83232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Times New Roman"/>
                <a:cs typeface="Times New Roman"/>
              </a:rPr>
              <a:t>E１５</a:t>
            </a:r>
            <a:endParaRPr lang="en-US" sz="16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服務條款</a:t>
            </a:r>
            <a:endParaRPr/>
          </a:p>
        </p:txBody>
      </p:sp>
      <p:sp>
        <p:nvSpPr>
          <p:cNvPr id="1284884265" name=""/>
          <p:cNvSpPr txBox="1"/>
          <p:nvPr/>
        </p:nvSpPr>
        <p:spPr bwMode="auto">
          <a:xfrm rot="0" flipH="0" flipV="0">
            <a:off x="3569125" y="5640138"/>
            <a:ext cx="783414" cy="83232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Times New Roman"/>
                <a:cs typeface="Times New Roman"/>
              </a:rPr>
              <a:t>E１６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法律聲明</a:t>
            </a:r>
            <a:endParaRPr lang="en-US" sz="16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cxnSp>
        <p:nvCxnSpPr>
          <p:cNvPr id="932330818" name=""/>
          <p:cNvCxnSpPr/>
          <p:nvPr/>
        </p:nvCxnSpPr>
        <p:spPr bwMode="auto">
          <a:xfrm flipH="0" flipV="1">
            <a:off x="2014846" y="1983644"/>
            <a:ext cx="9792063" cy="0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7403216" name=""/>
          <p:cNvCxnSpPr>
            <a:endCxn id="1906940246" idx="1"/>
          </p:cNvCxnSpPr>
          <p:nvPr/>
        </p:nvCxnSpPr>
        <p:spPr bwMode="auto">
          <a:xfrm rot="0" flipH="0" flipV="0">
            <a:off x="6032134" y="1312729"/>
            <a:ext cx="3605775" cy="0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0460797" name=""/>
          <p:cNvCxnSpPr/>
          <p:nvPr/>
        </p:nvCxnSpPr>
        <p:spPr bwMode="auto">
          <a:xfrm rot="0" flipH="1" flipV="0">
            <a:off x="5788401" y="1650999"/>
            <a:ext cx="0" cy="332643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754026" name=""/>
          <p:cNvCxnSpPr/>
          <p:nvPr/>
        </p:nvCxnSpPr>
        <p:spPr bwMode="auto">
          <a:xfrm rot="0" flipH="1" flipV="0">
            <a:off x="2014846" y="1983644"/>
            <a:ext cx="0" cy="365124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1466890" name=""/>
          <p:cNvCxnSpPr/>
          <p:nvPr/>
        </p:nvCxnSpPr>
        <p:spPr bwMode="auto">
          <a:xfrm rot="0" flipH="1" flipV="0">
            <a:off x="3055091" y="2010785"/>
            <a:ext cx="0" cy="365124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5084317" name=""/>
          <p:cNvCxnSpPr/>
          <p:nvPr/>
        </p:nvCxnSpPr>
        <p:spPr bwMode="auto">
          <a:xfrm rot="0" flipH="1" flipV="0">
            <a:off x="4110331" y="1983644"/>
            <a:ext cx="0" cy="365124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695986" name=""/>
          <p:cNvCxnSpPr/>
          <p:nvPr/>
        </p:nvCxnSpPr>
        <p:spPr bwMode="auto">
          <a:xfrm rot="0" flipH="1" flipV="0">
            <a:off x="5208548" y="2010785"/>
            <a:ext cx="0" cy="365124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9873343" name=""/>
          <p:cNvCxnSpPr/>
          <p:nvPr/>
        </p:nvCxnSpPr>
        <p:spPr bwMode="auto">
          <a:xfrm rot="0" flipH="1" flipV="0">
            <a:off x="6219977" y="1986972"/>
            <a:ext cx="0" cy="365124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2528586" name=""/>
          <p:cNvCxnSpPr/>
          <p:nvPr/>
        </p:nvCxnSpPr>
        <p:spPr bwMode="auto">
          <a:xfrm rot="0" flipH="1" flipV="0">
            <a:off x="7385979" y="1986972"/>
            <a:ext cx="0" cy="365124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6902128" name=""/>
          <p:cNvCxnSpPr/>
          <p:nvPr/>
        </p:nvCxnSpPr>
        <p:spPr bwMode="auto">
          <a:xfrm rot="0" flipH="1" flipV="0">
            <a:off x="8437579" y="1986972"/>
            <a:ext cx="0" cy="365124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944758" name=""/>
          <p:cNvCxnSpPr/>
          <p:nvPr/>
        </p:nvCxnSpPr>
        <p:spPr bwMode="auto">
          <a:xfrm rot="0" flipH="1" flipV="0">
            <a:off x="9484940" y="1983644"/>
            <a:ext cx="0" cy="365124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2187252" name=""/>
          <p:cNvCxnSpPr/>
          <p:nvPr/>
        </p:nvCxnSpPr>
        <p:spPr bwMode="auto">
          <a:xfrm rot="0" flipH="1" flipV="0">
            <a:off x="10606035" y="1953164"/>
            <a:ext cx="0" cy="365124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6164662" name=""/>
          <p:cNvCxnSpPr/>
          <p:nvPr/>
        </p:nvCxnSpPr>
        <p:spPr bwMode="auto">
          <a:xfrm rot="0" flipH="1" flipV="0">
            <a:off x="11806909" y="1953164"/>
            <a:ext cx="0" cy="365124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0565142" name=""/>
          <p:cNvCxnSpPr/>
          <p:nvPr/>
        </p:nvCxnSpPr>
        <p:spPr bwMode="auto">
          <a:xfrm flipH="0" flipV="1">
            <a:off x="1098874" y="1319064"/>
            <a:ext cx="4075384" cy="0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8723728" name=""/>
          <p:cNvCxnSpPr/>
          <p:nvPr/>
        </p:nvCxnSpPr>
        <p:spPr bwMode="auto">
          <a:xfrm flipH="0" flipV="1">
            <a:off x="694888" y="5270499"/>
            <a:ext cx="3327519" cy="0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7072251" name=""/>
          <p:cNvCxnSpPr/>
          <p:nvPr/>
        </p:nvCxnSpPr>
        <p:spPr bwMode="auto">
          <a:xfrm rot="0" flipH="1" flipV="0">
            <a:off x="1098874" y="1306395"/>
            <a:ext cx="0" cy="3964104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1443617" name=""/>
          <p:cNvCxnSpPr/>
          <p:nvPr/>
        </p:nvCxnSpPr>
        <p:spPr bwMode="auto">
          <a:xfrm rot="0" flipH="1" flipV="0">
            <a:off x="694888" y="5270499"/>
            <a:ext cx="0" cy="365124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2888831" name=""/>
          <p:cNvCxnSpPr/>
          <p:nvPr/>
        </p:nvCxnSpPr>
        <p:spPr bwMode="auto">
          <a:xfrm rot="0" flipH="1" flipV="0">
            <a:off x="1900300" y="5278341"/>
            <a:ext cx="0" cy="365124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0924142" name=""/>
          <p:cNvCxnSpPr/>
          <p:nvPr/>
        </p:nvCxnSpPr>
        <p:spPr bwMode="auto">
          <a:xfrm rot="0" flipH="1" flipV="0">
            <a:off x="2954820" y="5270499"/>
            <a:ext cx="0" cy="365124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9828026" name=""/>
          <p:cNvCxnSpPr/>
          <p:nvPr/>
        </p:nvCxnSpPr>
        <p:spPr bwMode="auto">
          <a:xfrm rot="0" flipH="1" flipV="0">
            <a:off x="4005945" y="5270499"/>
            <a:ext cx="0" cy="365124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7970775" name=""/>
          <p:cNvCxnSpPr>
            <a:endCxn id="1900054979" idx="0"/>
          </p:cNvCxnSpPr>
          <p:nvPr/>
        </p:nvCxnSpPr>
        <p:spPr bwMode="auto">
          <a:xfrm rot="5400000" flipH="0" flipV="1">
            <a:off x="4876002" y="3687708"/>
            <a:ext cx="517418" cy="0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6205340" name=""/>
          <p:cNvCxnSpPr>
            <a:stCxn id="1900054979" idx="1"/>
          </p:cNvCxnSpPr>
          <p:nvPr/>
        </p:nvCxnSpPr>
        <p:spPr bwMode="auto">
          <a:xfrm rot="10800000" flipH="0" flipV="0">
            <a:off x="4273874" y="4354694"/>
            <a:ext cx="477849" cy="0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8791195" name=""/>
          <p:cNvCxnSpPr/>
          <p:nvPr/>
        </p:nvCxnSpPr>
        <p:spPr bwMode="auto">
          <a:xfrm flipH="0" flipV="1">
            <a:off x="6399887" y="4354694"/>
            <a:ext cx="5146526" cy="0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0947846" name=""/>
          <p:cNvCxnSpPr/>
          <p:nvPr/>
        </p:nvCxnSpPr>
        <p:spPr bwMode="auto">
          <a:xfrm rot="5400000" flipH="0" flipV="1">
            <a:off x="7922803" y="3803223"/>
            <a:ext cx="1029552" cy="0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1103946" name=""/>
          <p:cNvCxnSpPr/>
          <p:nvPr/>
        </p:nvCxnSpPr>
        <p:spPr bwMode="auto">
          <a:xfrm rot="0" flipH="1" flipV="0">
            <a:off x="6410585" y="4369249"/>
            <a:ext cx="0" cy="592433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9436271" name=""/>
          <p:cNvCxnSpPr/>
          <p:nvPr/>
        </p:nvCxnSpPr>
        <p:spPr bwMode="auto">
          <a:xfrm rot="0" flipH="1" flipV="0">
            <a:off x="7320840" y="4369249"/>
            <a:ext cx="0" cy="541183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055418" name=""/>
          <p:cNvCxnSpPr/>
          <p:nvPr/>
        </p:nvCxnSpPr>
        <p:spPr bwMode="auto">
          <a:xfrm rot="0" flipH="1" flipV="0">
            <a:off x="8437579" y="4317999"/>
            <a:ext cx="0" cy="592433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5092210" name=""/>
          <p:cNvCxnSpPr/>
          <p:nvPr/>
        </p:nvCxnSpPr>
        <p:spPr bwMode="auto">
          <a:xfrm rot="5400000" flipH="0" flipV="0">
            <a:off x="9149592" y="4639841"/>
            <a:ext cx="541183" cy="0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879764" name=""/>
          <p:cNvCxnSpPr/>
          <p:nvPr/>
        </p:nvCxnSpPr>
        <p:spPr bwMode="auto">
          <a:xfrm rot="5400000" flipH="0" flipV="0">
            <a:off x="10228679" y="4653560"/>
            <a:ext cx="568620" cy="0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3109249" name=""/>
          <p:cNvCxnSpPr/>
          <p:nvPr/>
        </p:nvCxnSpPr>
        <p:spPr bwMode="auto">
          <a:xfrm rot="5400000" flipH="0" flipV="1">
            <a:off x="11265436" y="4635671"/>
            <a:ext cx="561953" cy="0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alphaModFix/>
          </a:blip>
          <a:tile algn="tl" flip="none" sx="100000" sy="100000" tx="0" ty="0"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cxnSp>
        <p:nvCxnSpPr>
          <p:cNvPr id="772597508" name="直線接點 4"/>
          <p:cNvCxnSpPr/>
          <p:nvPr/>
        </p:nvCxnSpPr>
        <p:spPr bwMode="auto">
          <a:xfrm flipV="1">
            <a:off x="0" y="584802"/>
            <a:ext cx="12192000" cy="6564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0431444" name="TextBox 20"/>
          <p:cNvSpPr txBox="1"/>
          <p:nvPr/>
        </p:nvSpPr>
        <p:spPr bwMode="auto">
          <a:xfrm>
            <a:off x="0" y="646290"/>
            <a:ext cx="8262320" cy="469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/>
              <a:t>F. 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樣板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(Template)</a:t>
            </a:r>
            <a:endParaRPr lang="en-US" sz="2400"/>
          </a:p>
        </p:txBody>
      </p:sp>
      <p:sp>
        <p:nvSpPr>
          <p:cNvPr id="1713989607" name="Slide Number Placeholder 1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17</a:t>
            </a:fld>
            <a:endParaRPr lang="en-US"/>
          </a:p>
        </p:txBody>
      </p:sp>
      <p:sp>
        <p:nvSpPr>
          <p:cNvPr id="633507598" name="Google Shape;90;p1"/>
          <p:cNvSpPr txBox="1"/>
          <p:nvPr/>
        </p:nvSpPr>
        <p:spPr bwMode="auto">
          <a:xfrm>
            <a:off x="-45718" y="-2891"/>
            <a:ext cx="12283436" cy="653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3" tIns="45699" rIns="91423" bIns="45699" anchor="t" anchorCtr="0">
            <a:spAutoFit/>
          </a:bodyPr>
          <a:lstStyle/>
          <a:p>
            <a:pPr>
              <a:defRPr/>
            </a:pP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前端網站開發人員證書</a:t>
            </a: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(CT288DS006)</a:t>
            </a:r>
            <a:r>
              <a:rPr lang="en-US" sz="1800">
                <a:latin typeface="Arial"/>
                <a:ea typeface="Times New Roman"/>
                <a:cs typeface="Times New Roman"/>
              </a:rPr>
              <a:t> -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Arial"/>
                <a:ea typeface="Times New Roman"/>
                <a:cs typeface="Times New Roman"/>
              </a:rPr>
              <a:t>網站開發專案</a:t>
            </a:r>
            <a:endParaRPr lang="en-US" sz="1800">
              <a:latin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開發者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HO Siu Hang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 (Desmond)  </a:t>
            </a: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學生編號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12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			</a:t>
            </a:r>
            <a:r>
              <a:rPr lang="zh-TW" sz="1800" b="0" i="0" u="none" strike="noStrike" cap="none" spc="0">
                <a:solidFill>
                  <a:srgbClr val="152BEB"/>
                </a:solidFill>
                <a:latin typeface="Arial"/>
                <a:ea typeface="Calibri"/>
                <a:cs typeface="Calibri"/>
              </a:rPr>
              <a:t>			闌珊相親</a:t>
            </a:r>
            <a:r>
              <a:rPr lang="en-US" sz="1800" b="0" i="0" u="none" strike="noStrike" cap="none" spc="0">
                <a:solidFill>
                  <a:srgbClr val="152BEB"/>
                </a:solidFill>
                <a:latin typeface="Arial"/>
                <a:ea typeface="Times New Roman"/>
                <a:cs typeface="Times New Roman"/>
              </a:rPr>
              <a:t>網站</a:t>
            </a:r>
            <a:endParaRPr sz="1800">
              <a:solidFill>
                <a:srgbClr val="0000FF"/>
              </a:solidFill>
              <a:latin typeface="Arial"/>
              <a:ea typeface="Calibri"/>
              <a:cs typeface="Calibri"/>
            </a:endParaRPr>
          </a:p>
        </p:txBody>
      </p:sp>
      <p:sp>
        <p:nvSpPr>
          <p:cNvPr id="1926296565" name=""/>
          <p:cNvSpPr txBox="1"/>
          <p:nvPr/>
        </p:nvSpPr>
        <p:spPr bwMode="auto">
          <a:xfrm rot="0" flipH="0" flipV="0">
            <a:off x="9857862" y="662519"/>
            <a:ext cx="1826648" cy="43661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樣板</a:t>
            </a:r>
            <a:r>
              <a:rPr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-總</a:t>
            </a:r>
            <a:endParaRPr sz="2200" b="0" i="0" u="none" strike="noStrike" cap="none" spc="0">
              <a:solidFill>
                <a:srgbClr val="C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89378552" name=""/>
          <p:cNvSpPr txBox="1"/>
          <p:nvPr/>
        </p:nvSpPr>
        <p:spPr bwMode="auto">
          <a:xfrm rot="0" flipH="0" flipV="0">
            <a:off x="103090" y="1099136"/>
            <a:ext cx="11909128" cy="701399"/>
          </a:xfrm>
          <a:prstGeom prst="rect">
            <a:avLst/>
          </a:prstGeom>
          <a:noFill/>
          <a:ln w="28575">
            <a:solidFill>
              <a:srgbClr val="FF0000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/>
              <a:t>頂層</a:t>
            </a:r>
            <a:endParaRPr sz="2000"/>
          </a:p>
          <a:p>
            <a:pPr algn="ctr">
              <a:defRPr/>
            </a:pPr>
            <a:endParaRPr sz="2000"/>
          </a:p>
        </p:txBody>
      </p:sp>
      <p:sp>
        <p:nvSpPr>
          <p:cNvPr id="939169520" name=""/>
          <p:cNvSpPr txBox="1"/>
          <p:nvPr/>
        </p:nvSpPr>
        <p:spPr bwMode="auto">
          <a:xfrm rot="0" flipH="0" flipV="0">
            <a:off x="140355" y="6316203"/>
            <a:ext cx="11915969" cy="396599"/>
          </a:xfrm>
          <a:prstGeom prst="rect">
            <a:avLst/>
          </a:prstGeom>
          <a:noFill/>
          <a:ln w="28575">
            <a:solidFill>
              <a:srgbClr val="FF0000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/>
              <a:t>底層</a:t>
            </a:r>
            <a:endParaRPr sz="2000"/>
          </a:p>
        </p:txBody>
      </p:sp>
      <p:sp>
        <p:nvSpPr>
          <p:cNvPr id="334138380" name=""/>
          <p:cNvSpPr txBox="1"/>
          <p:nvPr/>
        </p:nvSpPr>
        <p:spPr bwMode="auto">
          <a:xfrm rot="0" flipH="0" flipV="0">
            <a:off x="94092" y="2159839"/>
            <a:ext cx="11929289" cy="4054199"/>
          </a:xfrm>
          <a:prstGeom prst="rect">
            <a:avLst/>
          </a:prstGeom>
          <a:noFill/>
          <a:ln w="28575">
            <a:solidFill>
              <a:srgbClr val="FF0000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endParaRPr sz="2000"/>
          </a:p>
          <a:p>
            <a:pPr algn="ctr">
              <a:defRPr/>
            </a:pPr>
            <a:endParaRPr sz="2000"/>
          </a:p>
          <a:p>
            <a:pPr algn="ctr">
              <a:defRPr/>
            </a:pPr>
            <a:endParaRPr sz="2000"/>
          </a:p>
          <a:p>
            <a:pPr algn="ctr">
              <a:defRPr/>
            </a:pPr>
            <a:endParaRPr sz="2000"/>
          </a:p>
          <a:p>
            <a:pPr algn="ctr">
              <a:defRPr/>
            </a:pPr>
            <a:endParaRPr sz="2000"/>
          </a:p>
          <a:p>
            <a:pPr algn="ctr">
              <a:defRPr/>
            </a:pPr>
            <a:endParaRPr sz="2000"/>
          </a:p>
          <a:p>
            <a:pPr algn="ctr">
              <a:defRPr/>
            </a:pPr>
            <a:r>
              <a:rPr sz="2000"/>
              <a:t>內容</a:t>
            </a:r>
            <a:endParaRPr sz="2000"/>
          </a:p>
          <a:p>
            <a:pPr algn="ctr">
              <a:defRPr/>
            </a:pPr>
            <a:endParaRPr sz="2000"/>
          </a:p>
          <a:p>
            <a:pPr algn="ctr">
              <a:defRPr/>
            </a:pPr>
            <a:endParaRPr sz="2000"/>
          </a:p>
          <a:p>
            <a:pPr algn="ctr">
              <a:defRPr/>
            </a:pPr>
            <a:endParaRPr sz="2000"/>
          </a:p>
          <a:p>
            <a:pPr algn="ctr">
              <a:defRPr/>
            </a:pPr>
            <a:endParaRPr sz="2000"/>
          </a:p>
          <a:p>
            <a:pPr algn="ctr">
              <a:defRPr/>
            </a:pPr>
            <a:endParaRPr sz="2000"/>
          </a:p>
          <a:p>
            <a:pPr algn="ctr">
              <a:defRPr/>
            </a:pPr>
            <a:endParaRPr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alphaModFix/>
          </a:blip>
          <a:tile algn="tl" flip="none" sx="100000" sy="100000" tx="0" ty="0"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cxnSp>
        <p:nvCxnSpPr>
          <p:cNvPr id="1274596221" name="直線接點 4"/>
          <p:cNvCxnSpPr/>
          <p:nvPr/>
        </p:nvCxnSpPr>
        <p:spPr bwMode="auto">
          <a:xfrm flipV="1">
            <a:off x="0" y="584801"/>
            <a:ext cx="12191999" cy="65639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3503814" name="TextBox 20"/>
          <p:cNvSpPr txBox="1"/>
          <p:nvPr/>
        </p:nvSpPr>
        <p:spPr bwMode="auto">
          <a:xfrm>
            <a:off x="0" y="646290"/>
            <a:ext cx="8254399" cy="4726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/>
              <a:t>F. 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樣板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(Template)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(續)</a:t>
            </a:r>
            <a:endParaRPr lang="en-US" sz="2400"/>
          </a:p>
        </p:txBody>
      </p:sp>
      <p:sp>
        <p:nvSpPr>
          <p:cNvPr id="1609188603" name="Google Shape;90;p1"/>
          <p:cNvSpPr txBox="1"/>
          <p:nvPr/>
        </p:nvSpPr>
        <p:spPr bwMode="auto">
          <a:xfrm>
            <a:off x="-45717" y="-2890"/>
            <a:ext cx="12283434" cy="653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2" tIns="45698" rIns="91422" bIns="45698" anchor="t" anchorCtr="0">
            <a:spAutoFit/>
          </a:bodyPr>
          <a:lstStyle/>
          <a:p>
            <a:pPr>
              <a:defRPr/>
            </a:pP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前端網站開發人員證書</a:t>
            </a: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(CT288DS006)</a:t>
            </a:r>
            <a:r>
              <a:rPr lang="en-US" sz="1800">
                <a:latin typeface="Arial"/>
                <a:ea typeface="Times New Roman"/>
                <a:cs typeface="Times New Roman"/>
              </a:rPr>
              <a:t> -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Arial"/>
                <a:ea typeface="Times New Roman"/>
                <a:cs typeface="Times New Roman"/>
              </a:rPr>
              <a:t>網站開發專案</a:t>
            </a:r>
            <a:endParaRPr lang="en-US" sz="1800">
              <a:latin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開發者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HO Siu Hang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 (Desmond)  </a:t>
            </a: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學生編號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12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			</a:t>
            </a:r>
            <a:r>
              <a:rPr lang="zh-TW" sz="1800" b="0" i="0" u="none" strike="noStrike" cap="none" spc="0">
                <a:solidFill>
                  <a:srgbClr val="152BEB"/>
                </a:solidFill>
                <a:latin typeface="Arial"/>
                <a:ea typeface="Calibri"/>
                <a:cs typeface="Calibri"/>
              </a:rPr>
              <a:t>			闌珊相親</a:t>
            </a:r>
            <a:r>
              <a:rPr lang="en-US" sz="1800" b="0" i="0" u="none" strike="noStrike" cap="none" spc="0">
                <a:solidFill>
                  <a:srgbClr val="152BEB"/>
                </a:solidFill>
                <a:latin typeface="Arial"/>
                <a:ea typeface="Times New Roman"/>
                <a:cs typeface="Times New Roman"/>
              </a:rPr>
              <a:t>網站</a:t>
            </a:r>
            <a:endParaRPr sz="1800">
              <a:solidFill>
                <a:srgbClr val="0000FF"/>
              </a:solidFill>
              <a:latin typeface="Arial"/>
              <a:ea typeface="Calibri"/>
              <a:cs typeface="Calibri"/>
            </a:endParaRPr>
          </a:p>
        </p:txBody>
      </p:sp>
      <p:sp>
        <p:nvSpPr>
          <p:cNvPr id="872443774" name=""/>
          <p:cNvSpPr txBox="1"/>
          <p:nvPr/>
        </p:nvSpPr>
        <p:spPr bwMode="auto">
          <a:xfrm rot="0" flipH="0" flipV="0">
            <a:off x="9789161" y="662518"/>
            <a:ext cx="2227376" cy="43334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樣</a:t>
            </a: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板</a:t>
            </a:r>
            <a:r>
              <a:rPr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-</a:t>
            </a: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頂層</a:t>
            </a:r>
            <a:endParaRPr sz="2200" b="0" i="0" u="none" strike="noStrike" cap="none" spc="0">
              <a:solidFill>
                <a:srgbClr val="C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33644272" name=""/>
          <p:cNvSpPr txBox="1"/>
          <p:nvPr/>
        </p:nvSpPr>
        <p:spPr bwMode="auto">
          <a:xfrm rot="0" flipH="0" flipV="0">
            <a:off x="103091" y="1115370"/>
            <a:ext cx="11912368" cy="396599"/>
          </a:xfrm>
          <a:prstGeom prst="rect">
            <a:avLst/>
          </a:prstGeom>
          <a:noFill/>
          <a:ln w="28575">
            <a:solidFill>
              <a:srgbClr val="FF0000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/>
              <a:t>頂層</a:t>
            </a:r>
            <a:endParaRPr sz="2000"/>
          </a:p>
        </p:txBody>
      </p:sp>
      <p:sp>
        <p:nvSpPr>
          <p:cNvPr id="886376589" name=""/>
          <p:cNvSpPr/>
          <p:nvPr/>
        </p:nvSpPr>
        <p:spPr bwMode="auto">
          <a:xfrm rot="0" flipH="0" flipV="0">
            <a:off x="106693" y="1724599"/>
            <a:ext cx="11908048" cy="140728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511674017" name=""/>
          <p:cNvSpPr txBox="1"/>
          <p:nvPr/>
        </p:nvSpPr>
        <p:spPr bwMode="auto">
          <a:xfrm rot="0" flipH="0" flipV="0">
            <a:off x="1277710" y="2423765"/>
            <a:ext cx="875269" cy="457559"/>
          </a:xfrm>
          <a:prstGeom prst="rect">
            <a:avLst/>
          </a:prstGeom>
          <a:noFill/>
          <a:ln w="28575">
            <a:solidFill>
              <a:srgbClr val="152BEB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Linux Biolinum O"/>
                <a:ea typeface="Linux Biolinum O"/>
                <a:cs typeface="Linux Biolinum O"/>
              </a:rPr>
              <a:t>首頁</a:t>
            </a:r>
            <a:endParaRPr sz="2400">
              <a:latin typeface="Linux Biolinum O"/>
              <a:cs typeface="Linux Biolinum O"/>
            </a:endParaRPr>
          </a:p>
        </p:txBody>
      </p:sp>
      <p:sp>
        <p:nvSpPr>
          <p:cNvPr id="115167611" name=""/>
          <p:cNvSpPr txBox="1"/>
          <p:nvPr/>
        </p:nvSpPr>
        <p:spPr bwMode="auto">
          <a:xfrm rot="0" flipH="0" flipV="0">
            <a:off x="3459452" y="2076176"/>
            <a:ext cx="823333" cy="823319"/>
          </a:xfrm>
          <a:prstGeom prst="rect">
            <a:avLst/>
          </a:prstGeom>
          <a:noFill/>
          <a:ln w="28575">
            <a:solidFill>
              <a:srgbClr val="152BEB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性格</a:t>
            </a:r>
            <a:endParaRPr sz="24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測試</a:t>
            </a:r>
            <a:endParaRPr sz="24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1921798969" name=""/>
          <p:cNvSpPr txBox="1"/>
          <p:nvPr/>
        </p:nvSpPr>
        <p:spPr bwMode="auto">
          <a:xfrm rot="0" flipH="0" flipV="0">
            <a:off x="4500717" y="2069876"/>
            <a:ext cx="844292" cy="823319"/>
          </a:xfrm>
          <a:prstGeom prst="rect">
            <a:avLst/>
          </a:prstGeom>
          <a:noFill/>
          <a:ln w="28575">
            <a:solidFill>
              <a:srgbClr val="152BEB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zh-TW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闌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訊</a:t>
            </a:r>
            <a:endParaRPr sz="24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安裝</a:t>
            </a:r>
            <a:endParaRPr sz="24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1374668431" name=""/>
          <p:cNvSpPr txBox="1"/>
          <p:nvPr/>
        </p:nvSpPr>
        <p:spPr bwMode="auto">
          <a:xfrm rot="0" flipH="0" flipV="0">
            <a:off x="5537741" y="2056826"/>
            <a:ext cx="815429" cy="823319"/>
          </a:xfrm>
          <a:prstGeom prst="rect">
            <a:avLst/>
          </a:prstGeom>
          <a:noFill/>
          <a:ln w="28575">
            <a:solidFill>
              <a:srgbClr val="152BEB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會員登入</a:t>
            </a:r>
            <a:endParaRPr sz="24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1462704620" name=""/>
          <p:cNvSpPr txBox="1"/>
          <p:nvPr/>
        </p:nvSpPr>
        <p:spPr bwMode="auto">
          <a:xfrm rot="0" flipH="0" flipV="0">
            <a:off x="6624945" y="2043776"/>
            <a:ext cx="829861" cy="823319"/>
          </a:xfrm>
          <a:prstGeom prst="rect">
            <a:avLst/>
          </a:prstGeom>
          <a:noFill/>
          <a:ln w="28575">
            <a:solidFill>
              <a:srgbClr val="152BEB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其他</a:t>
            </a:r>
            <a:endParaRPr sz="24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服務</a:t>
            </a:r>
            <a:endParaRPr sz="24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1833222843" name=""/>
          <p:cNvSpPr txBox="1"/>
          <p:nvPr/>
        </p:nvSpPr>
        <p:spPr bwMode="auto">
          <a:xfrm rot="0" flipH="0" flipV="0">
            <a:off x="7596158" y="2025076"/>
            <a:ext cx="823333" cy="823319"/>
          </a:xfrm>
          <a:prstGeom prst="rect">
            <a:avLst/>
          </a:prstGeom>
          <a:noFill/>
          <a:ln w="28575">
            <a:solidFill>
              <a:srgbClr val="152BEB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zh-TW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闌珊</a:t>
            </a:r>
            <a:r>
              <a:rPr lang="en-US" sz="2400" b="0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月刊</a:t>
            </a:r>
            <a:endParaRPr sz="24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78363523" name=""/>
          <p:cNvSpPr txBox="1"/>
          <p:nvPr/>
        </p:nvSpPr>
        <p:spPr bwMode="auto">
          <a:xfrm rot="0" flipH="0" flipV="0">
            <a:off x="8574323" y="2029627"/>
            <a:ext cx="836924" cy="823319"/>
          </a:xfrm>
          <a:prstGeom prst="rect">
            <a:avLst/>
          </a:prstGeom>
          <a:noFill/>
          <a:ln w="28575">
            <a:solidFill>
              <a:srgbClr val="152BEB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關於我們</a:t>
            </a:r>
            <a:endParaRPr sz="24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1442042383" name=""/>
          <p:cNvSpPr/>
          <p:nvPr/>
        </p:nvSpPr>
        <p:spPr bwMode="auto">
          <a:xfrm rot="0" flipH="0" flipV="0">
            <a:off x="10698807" y="2363635"/>
            <a:ext cx="1011115" cy="457560"/>
          </a:xfrm>
          <a:prstGeom prst="rect">
            <a:avLst/>
          </a:prstGeom>
          <a:noFill/>
          <a:ln w="25400" cap="flat" cmpd="sng" algn="ctr">
            <a:solidFill>
              <a:srgbClr val="152BEB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2460944" name=""/>
          <p:cNvSpPr txBox="1"/>
          <p:nvPr/>
        </p:nvSpPr>
        <p:spPr bwMode="auto">
          <a:xfrm rot="0" flipH="0" flipV="0">
            <a:off x="1186611" y="3549739"/>
            <a:ext cx="1206016" cy="108559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盤旋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:轉手指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</a:t>
            </a:r>
            <a:endParaRPr lang="en-US" sz="16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按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下: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跳</a:t>
            </a:r>
            <a:r>
              <a:rPr sz="1600"/>
              <a:t>到E1</a:t>
            </a:r>
            <a:r>
              <a:rPr sz="1600"/>
              <a:t>.</a:t>
            </a:r>
            <a:endParaRPr sz="16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157971230" name=""/>
          <p:cNvCxnSpPr/>
          <p:nvPr/>
        </p:nvCxnSpPr>
        <p:spPr bwMode="auto">
          <a:xfrm rot="0" flipH="0" flipV="1">
            <a:off x="1711024" y="2895474"/>
            <a:ext cx="0" cy="654265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193702" name=""/>
          <p:cNvCxnSpPr/>
          <p:nvPr/>
        </p:nvCxnSpPr>
        <p:spPr bwMode="auto">
          <a:xfrm rot="0" flipH="0" flipV="1">
            <a:off x="3821949" y="2899496"/>
            <a:ext cx="0" cy="1739858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9814069" name=""/>
          <p:cNvSpPr txBox="1"/>
          <p:nvPr/>
        </p:nvSpPr>
        <p:spPr bwMode="auto">
          <a:xfrm rot="0" flipH="0" flipV="0">
            <a:off x="3143178" y="4639356"/>
            <a:ext cx="1357539" cy="59335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盤旋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:轉手指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</a:t>
            </a:r>
            <a:endParaRPr lang="en-US" sz="16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按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下: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跳</a:t>
            </a:r>
            <a:r>
              <a:rPr sz="1600"/>
              <a:t>到E5</a:t>
            </a:r>
            <a:r>
              <a:rPr sz="1600"/>
              <a:t>.</a:t>
            </a:r>
            <a:endParaRPr sz="16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1089049604" name=""/>
          <p:cNvCxnSpPr/>
          <p:nvPr/>
        </p:nvCxnSpPr>
        <p:spPr bwMode="auto">
          <a:xfrm rot="0" flipH="0" flipV="1">
            <a:off x="4858612" y="2907345"/>
            <a:ext cx="0" cy="2501538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6245501" name=""/>
          <p:cNvSpPr txBox="1"/>
          <p:nvPr/>
        </p:nvSpPr>
        <p:spPr bwMode="auto">
          <a:xfrm rot="0" flipH="0" flipV="0">
            <a:off x="4179483" y="5381686"/>
            <a:ext cx="1358259" cy="59335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盤旋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:轉手指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</a:t>
            </a:r>
            <a:endParaRPr lang="en-US" sz="16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按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下: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跳</a:t>
            </a:r>
            <a:r>
              <a:rPr sz="1600"/>
              <a:t>到E6</a:t>
            </a:r>
            <a:r>
              <a:rPr sz="1600"/>
              <a:t>.</a:t>
            </a:r>
            <a:endParaRPr sz="16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565254859" name=""/>
          <p:cNvCxnSpPr/>
          <p:nvPr/>
        </p:nvCxnSpPr>
        <p:spPr bwMode="auto">
          <a:xfrm rot="16199998" flipH="0" flipV="1">
            <a:off x="4323856" y="4477741"/>
            <a:ext cx="3140792" cy="0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31433757" name=""/>
          <p:cNvSpPr txBox="1"/>
          <p:nvPr/>
        </p:nvSpPr>
        <p:spPr bwMode="auto">
          <a:xfrm rot="0" flipH="0" flipV="0">
            <a:off x="5265966" y="6048137"/>
            <a:ext cx="1358979" cy="59335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盤旋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:轉手指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</a:t>
            </a:r>
            <a:endParaRPr lang="en-US" sz="16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按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下: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跳</a:t>
            </a:r>
            <a:r>
              <a:rPr sz="1600"/>
              <a:t>到E8</a:t>
            </a:r>
            <a:r>
              <a:rPr sz="1600"/>
              <a:t>.</a:t>
            </a:r>
            <a:endParaRPr sz="16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1398109579" name=""/>
          <p:cNvCxnSpPr/>
          <p:nvPr/>
        </p:nvCxnSpPr>
        <p:spPr bwMode="auto">
          <a:xfrm rot="16199998" flipH="0" flipV="1">
            <a:off x="6728008" y="3178964"/>
            <a:ext cx="623736" cy="0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5059135" name=""/>
          <p:cNvSpPr txBox="1"/>
          <p:nvPr/>
        </p:nvSpPr>
        <p:spPr bwMode="auto">
          <a:xfrm rot="0" flipH="0" flipV="0">
            <a:off x="6349793" y="3486249"/>
            <a:ext cx="1359699" cy="59335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盤旋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:轉手指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</a:t>
            </a:r>
            <a:endParaRPr lang="en-US" sz="16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按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下: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跳</a:t>
            </a:r>
            <a:r>
              <a:rPr sz="1600"/>
              <a:t>到E9</a:t>
            </a:r>
            <a:r>
              <a:rPr sz="1600"/>
              <a:t>.</a:t>
            </a:r>
            <a:endParaRPr sz="16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836149881" name=""/>
          <p:cNvCxnSpPr/>
          <p:nvPr/>
        </p:nvCxnSpPr>
        <p:spPr bwMode="auto">
          <a:xfrm rot="0" flipH="0" flipV="1">
            <a:off x="8007824" y="2867098"/>
            <a:ext cx="0" cy="1739858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28054901" name=""/>
          <p:cNvSpPr txBox="1"/>
          <p:nvPr/>
        </p:nvSpPr>
        <p:spPr bwMode="auto">
          <a:xfrm rot="0" flipH="0" flipV="0">
            <a:off x="7327795" y="4606958"/>
            <a:ext cx="1360779" cy="83719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盤旋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:轉手指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</a:t>
            </a:r>
            <a:endParaRPr lang="en-US" sz="16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按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下: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跳</a:t>
            </a:r>
            <a:r>
              <a:rPr sz="1600"/>
              <a:t>到E10</a:t>
            </a:r>
            <a:r>
              <a:rPr sz="1600"/>
              <a:t>.</a:t>
            </a:r>
            <a:endParaRPr sz="16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1516495366" name=""/>
          <p:cNvCxnSpPr/>
          <p:nvPr/>
        </p:nvCxnSpPr>
        <p:spPr bwMode="auto">
          <a:xfrm rot="0" flipH="0" flipV="1">
            <a:off x="8992785" y="2880145"/>
            <a:ext cx="0" cy="2501538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258786" name=""/>
          <p:cNvSpPr txBox="1"/>
          <p:nvPr/>
        </p:nvSpPr>
        <p:spPr bwMode="auto">
          <a:xfrm rot="0" flipH="0" flipV="0">
            <a:off x="8322263" y="5354487"/>
            <a:ext cx="1361499" cy="83719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盤旋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:轉手指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</a:t>
            </a:r>
            <a:endParaRPr lang="en-US" sz="16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按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下: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跳</a:t>
            </a:r>
            <a:r>
              <a:rPr sz="1600"/>
              <a:t>到E11</a:t>
            </a:r>
            <a:r>
              <a:rPr sz="1600"/>
              <a:t>.</a:t>
            </a:r>
            <a:endParaRPr sz="16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1023344599" name=""/>
          <p:cNvCxnSpPr/>
          <p:nvPr/>
        </p:nvCxnSpPr>
        <p:spPr bwMode="auto">
          <a:xfrm rot="16199998" flipH="0" flipV="1">
            <a:off x="8411802" y="4437493"/>
            <a:ext cx="3140792" cy="0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1548731" name=""/>
          <p:cNvSpPr txBox="1"/>
          <p:nvPr/>
        </p:nvSpPr>
        <p:spPr bwMode="auto">
          <a:xfrm rot="0" flipH="0" flipV="0">
            <a:off x="9411247" y="6007889"/>
            <a:ext cx="1360059" cy="83719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盤旋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:轉手指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</a:t>
            </a:r>
            <a:endParaRPr lang="en-US" sz="16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按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下: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跳</a:t>
            </a:r>
            <a:r>
              <a:rPr sz="1600"/>
              <a:t>到E12</a:t>
            </a:r>
            <a:r>
              <a:rPr sz="1600"/>
              <a:t>.</a:t>
            </a:r>
            <a:endParaRPr sz="16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118946636" name=""/>
          <p:cNvCxnSpPr/>
          <p:nvPr/>
        </p:nvCxnSpPr>
        <p:spPr bwMode="auto">
          <a:xfrm rot="0" flipH="0" flipV="1">
            <a:off x="11208128" y="2821196"/>
            <a:ext cx="0" cy="1157713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0198406" name=""/>
          <p:cNvSpPr txBox="1"/>
          <p:nvPr/>
        </p:nvSpPr>
        <p:spPr bwMode="auto">
          <a:xfrm rot="0" flipH="0" flipV="0">
            <a:off x="10698807" y="4013600"/>
            <a:ext cx="1428283" cy="84175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盤旋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: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轉手指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</a:t>
            </a:r>
            <a:endParaRPr lang="en-US" sz="16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按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放大鏡: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跳</a:t>
            </a:r>
            <a:r>
              <a:rPr sz="1600"/>
              <a:t>到E7</a:t>
            </a:r>
            <a:r>
              <a:rPr sz="1600"/>
              <a:t>.</a:t>
            </a:r>
            <a:endParaRPr sz="16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25893287" name=""/>
          <p:cNvSpPr txBox="1"/>
          <p:nvPr/>
        </p:nvSpPr>
        <p:spPr bwMode="auto">
          <a:xfrm rot="0" flipH="0" flipV="0">
            <a:off x="2391909" y="2437915"/>
            <a:ext cx="868069" cy="457559"/>
          </a:xfrm>
          <a:prstGeom prst="rect">
            <a:avLst/>
          </a:prstGeom>
          <a:noFill/>
          <a:ln w="28575">
            <a:solidFill>
              <a:srgbClr val="152BEB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Linux Biolinum O"/>
                <a:ea typeface="Linux Biolinum O"/>
                <a:cs typeface="Linux Biolinum O"/>
              </a:rPr>
              <a:t>相親</a:t>
            </a:r>
            <a:endParaRPr sz="2400">
              <a:latin typeface="Linux Biolinum O"/>
              <a:cs typeface="Linux Biolinum O"/>
            </a:endParaRPr>
          </a:p>
        </p:txBody>
      </p:sp>
      <p:sp>
        <p:nvSpPr>
          <p:cNvPr id="2138664330" name="Google Shape;20;p18"/>
          <p:cNvSpPr txBox="1">
            <a:spLocks noGrp="1"/>
          </p:cNvSpPr>
          <p:nvPr>
            <p:ph type="sldNum" idx="12"/>
          </p:nvPr>
        </p:nvSpPr>
        <p:spPr bwMode="auto">
          <a:xfrm>
            <a:off x="8610599" y="6356349"/>
            <a:ext cx="2743200" cy="365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3" tIns="45699" rIns="91423" bIns="45699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D8664AEC-9FF1-3148-8A1E-2451772B1BEC}" type="slidenum">
              <a:rPr lang="en-US"/>
              <a:t>12</a:t>
            </a:fld>
            <a:endParaRPr/>
          </a:p>
        </p:txBody>
      </p:sp>
      <p:cxnSp>
        <p:nvCxnSpPr>
          <p:cNvPr id="86414907" name=""/>
          <p:cNvCxnSpPr/>
          <p:nvPr/>
        </p:nvCxnSpPr>
        <p:spPr bwMode="auto">
          <a:xfrm rot="16199998" flipH="0" flipV="0">
            <a:off x="1474152" y="4261416"/>
            <a:ext cx="2703583" cy="0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2124754" name=""/>
          <p:cNvSpPr txBox="1"/>
          <p:nvPr/>
        </p:nvSpPr>
        <p:spPr bwMode="auto">
          <a:xfrm rot="0" flipH="0" flipV="0">
            <a:off x="1980306" y="5678363"/>
            <a:ext cx="1567228" cy="108559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盤旋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:轉手指及顯示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子連結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</a:t>
            </a:r>
            <a:endParaRPr lang="en-US" sz="16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按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子連結: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跳</a:t>
            </a:r>
            <a:r>
              <a:rPr sz="1600"/>
              <a:t>到E2/E3/E4</a:t>
            </a:r>
            <a:r>
              <a:rPr sz="1600"/>
              <a:t>.</a:t>
            </a:r>
            <a:endParaRPr sz="16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68777090" name=""/>
          <p:cNvSpPr txBox="1"/>
          <p:nvPr/>
        </p:nvSpPr>
        <p:spPr bwMode="auto">
          <a:xfrm rot="0" flipH="0" flipV="0">
            <a:off x="252804" y="2422584"/>
            <a:ext cx="876708" cy="457559"/>
          </a:xfrm>
          <a:prstGeom prst="rect">
            <a:avLst/>
          </a:prstGeom>
          <a:noFill/>
          <a:ln w="28575">
            <a:solidFill>
              <a:srgbClr val="152BEB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400" b="0" i="0" u="none">
                <a:solidFill>
                  <a:srgbClr val="000000"/>
                </a:solidFill>
                <a:latin typeface="Linux Biolinum O"/>
                <a:ea typeface="Linux Biolinum O"/>
                <a:cs typeface="Linux Biolinum O"/>
              </a:rPr>
              <a:t>標識</a:t>
            </a:r>
            <a:endParaRPr sz="2400">
              <a:latin typeface="Linux Biolinum O"/>
              <a:cs typeface="Linux Biolinum O"/>
            </a:endParaRPr>
          </a:p>
        </p:txBody>
      </p:sp>
      <p:pic>
        <p:nvPicPr>
          <p:cNvPr id="1342068253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10950953" y="2363636"/>
            <a:ext cx="514350" cy="400050"/>
          </a:xfrm>
          <a:prstGeom prst="rect">
            <a:avLst/>
          </a:prstGeom>
        </p:spPr>
      </p:pic>
      <p:sp>
        <p:nvSpPr>
          <p:cNvPr id="938459859" name=""/>
          <p:cNvSpPr/>
          <p:nvPr/>
        </p:nvSpPr>
        <p:spPr bwMode="auto">
          <a:xfrm rot="0" flipH="0" flipV="0">
            <a:off x="9527103" y="2363635"/>
            <a:ext cx="1011115" cy="457560"/>
          </a:xfrm>
          <a:prstGeom prst="rect">
            <a:avLst/>
          </a:prstGeom>
          <a:noFill/>
          <a:ln w="25400" cap="flat" cmpd="sng" algn="ctr">
            <a:solidFill>
              <a:srgbClr val="152BEB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705361010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9683760" y="2378103"/>
            <a:ext cx="552449" cy="428625"/>
          </a:xfrm>
          <a:prstGeom prst="rect">
            <a:avLst/>
          </a:prstGeom>
        </p:spPr>
      </p:pic>
      <p:cxnSp>
        <p:nvCxnSpPr>
          <p:cNvPr id="1491544470" name=""/>
          <p:cNvCxnSpPr/>
          <p:nvPr/>
        </p:nvCxnSpPr>
        <p:spPr bwMode="auto">
          <a:xfrm rot="0" flipH="0" flipV="1">
            <a:off x="691157" y="2881323"/>
            <a:ext cx="0" cy="654264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9369518" name=""/>
          <p:cNvSpPr txBox="1"/>
          <p:nvPr/>
        </p:nvSpPr>
        <p:spPr bwMode="auto">
          <a:xfrm rot="0" flipH="0" flipV="0">
            <a:off x="106692" y="3549739"/>
            <a:ext cx="1206016" cy="108559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盤旋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:轉手指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</a:t>
            </a:r>
            <a:endParaRPr lang="en-US" sz="16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按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下: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跳</a:t>
            </a:r>
            <a:r>
              <a:rPr sz="1600"/>
              <a:t>到E1</a:t>
            </a:r>
            <a:r>
              <a:rPr sz="1600"/>
              <a:t>.</a:t>
            </a:r>
            <a:endParaRPr sz="16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alphaModFix/>
          </a:blip>
          <a:tile algn="tl" flip="none" sx="100000" sy="100000" tx="0" ty="0"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cxnSp>
        <p:nvCxnSpPr>
          <p:cNvPr id="2028756519" name="直線接點 4"/>
          <p:cNvCxnSpPr/>
          <p:nvPr/>
        </p:nvCxnSpPr>
        <p:spPr bwMode="auto">
          <a:xfrm flipV="1">
            <a:off x="0" y="584801"/>
            <a:ext cx="12191999" cy="65639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7668646" name="TextBox 20"/>
          <p:cNvSpPr txBox="1"/>
          <p:nvPr/>
        </p:nvSpPr>
        <p:spPr bwMode="auto">
          <a:xfrm>
            <a:off x="0" y="646290"/>
            <a:ext cx="8254399" cy="4726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/>
              <a:t>F. 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樣板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(Template)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(續)</a:t>
            </a:r>
            <a:endParaRPr lang="en-US" sz="2400"/>
          </a:p>
        </p:txBody>
      </p:sp>
      <p:sp>
        <p:nvSpPr>
          <p:cNvPr id="2090189952" name="Google Shape;90;p1"/>
          <p:cNvSpPr txBox="1"/>
          <p:nvPr/>
        </p:nvSpPr>
        <p:spPr bwMode="auto">
          <a:xfrm>
            <a:off x="-45717" y="-2890"/>
            <a:ext cx="12283434" cy="653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2" tIns="45698" rIns="91422" bIns="45698" anchor="t" anchorCtr="0">
            <a:spAutoFit/>
          </a:bodyPr>
          <a:lstStyle/>
          <a:p>
            <a:pPr>
              <a:defRPr/>
            </a:pP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前端網站開發人員證書</a:t>
            </a: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(CT288DS006)</a:t>
            </a:r>
            <a:r>
              <a:rPr lang="en-US" sz="1800">
                <a:latin typeface="Arial"/>
                <a:ea typeface="Times New Roman"/>
                <a:cs typeface="Times New Roman"/>
              </a:rPr>
              <a:t> -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Arial"/>
                <a:ea typeface="Times New Roman"/>
                <a:cs typeface="Times New Roman"/>
              </a:rPr>
              <a:t>網站開發專案</a:t>
            </a:r>
            <a:endParaRPr lang="en-US" sz="1800">
              <a:latin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開發者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HO Siu Hang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 (Desmond)  </a:t>
            </a: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學生編號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12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			</a:t>
            </a:r>
            <a:r>
              <a:rPr lang="zh-TW" sz="1800" b="0" i="0" u="none" strike="noStrike" cap="none" spc="0">
                <a:solidFill>
                  <a:srgbClr val="152BEB"/>
                </a:solidFill>
                <a:latin typeface="Arial"/>
                <a:ea typeface="Calibri"/>
                <a:cs typeface="Calibri"/>
              </a:rPr>
              <a:t>			闌珊相親</a:t>
            </a:r>
            <a:r>
              <a:rPr lang="en-US" sz="1800" b="0" i="0" u="none" strike="noStrike" cap="none" spc="0">
                <a:solidFill>
                  <a:srgbClr val="152BEB"/>
                </a:solidFill>
                <a:latin typeface="Arial"/>
                <a:ea typeface="Times New Roman"/>
                <a:cs typeface="Times New Roman"/>
              </a:rPr>
              <a:t>網站</a:t>
            </a:r>
            <a:endParaRPr sz="1800">
              <a:solidFill>
                <a:srgbClr val="0000FF"/>
              </a:solidFill>
              <a:latin typeface="Arial"/>
              <a:ea typeface="Calibri"/>
              <a:cs typeface="Calibri"/>
            </a:endParaRPr>
          </a:p>
        </p:txBody>
      </p:sp>
      <p:sp>
        <p:nvSpPr>
          <p:cNvPr id="531843422" name=""/>
          <p:cNvSpPr txBox="1"/>
          <p:nvPr/>
        </p:nvSpPr>
        <p:spPr bwMode="auto">
          <a:xfrm rot="0" flipH="0" flipV="0">
            <a:off x="9789162" y="662519"/>
            <a:ext cx="2230977" cy="43334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樣</a:t>
            </a: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板</a:t>
            </a:r>
            <a:r>
              <a:rPr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-</a:t>
            </a: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底層</a:t>
            </a:r>
            <a:endParaRPr sz="2200" b="0" i="0" u="none" strike="noStrike" cap="none" spc="0">
              <a:solidFill>
                <a:srgbClr val="C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52394973" name=""/>
          <p:cNvSpPr txBox="1"/>
          <p:nvPr/>
        </p:nvSpPr>
        <p:spPr bwMode="auto">
          <a:xfrm rot="0" flipH="0" flipV="0">
            <a:off x="103092" y="1115370"/>
            <a:ext cx="11915969" cy="396599"/>
          </a:xfrm>
          <a:prstGeom prst="rect">
            <a:avLst/>
          </a:prstGeom>
          <a:noFill/>
          <a:ln w="28575">
            <a:solidFill>
              <a:srgbClr val="FF0000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/>
              <a:t>底層</a:t>
            </a:r>
            <a:endParaRPr sz="2000"/>
          </a:p>
        </p:txBody>
      </p:sp>
      <p:sp>
        <p:nvSpPr>
          <p:cNvPr id="677956145" name="Google Shape;20;p18"/>
          <p:cNvSpPr txBox="1">
            <a:spLocks noGrp="1"/>
          </p:cNvSpPr>
          <p:nvPr>
            <p:ph type="sldNum" idx="12"/>
          </p:nvPr>
        </p:nvSpPr>
        <p:spPr bwMode="auto">
          <a:xfrm>
            <a:off x="8610599" y="6356349"/>
            <a:ext cx="2743200" cy="365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3" tIns="45699" rIns="91423" bIns="45699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DB416DE0-81D5-C41F-EFFE-30E5F2636F59}" type="slidenum">
              <a:rPr lang="en-US"/>
              <a:t>12</a:t>
            </a:fld>
            <a:endParaRPr/>
          </a:p>
        </p:txBody>
      </p:sp>
      <p:sp>
        <p:nvSpPr>
          <p:cNvPr id="931082938" name=""/>
          <p:cNvSpPr/>
          <p:nvPr/>
        </p:nvSpPr>
        <p:spPr bwMode="auto">
          <a:xfrm rot="0" flipH="0" flipV="0">
            <a:off x="106692" y="1724598"/>
            <a:ext cx="11908048" cy="140728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76231547" name=""/>
          <p:cNvSpPr txBox="1"/>
          <p:nvPr/>
        </p:nvSpPr>
        <p:spPr bwMode="auto">
          <a:xfrm rot="0" flipH="0" flipV="0">
            <a:off x="5879959" y="2166607"/>
            <a:ext cx="1458333" cy="457559"/>
          </a:xfrm>
          <a:prstGeom prst="rect">
            <a:avLst/>
          </a:prstGeom>
          <a:noFill/>
          <a:ln w="28575">
            <a:solidFill>
              <a:srgbClr val="152BEB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使用條款</a:t>
            </a:r>
            <a:endParaRPr sz="24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97621698" name=""/>
          <p:cNvSpPr txBox="1"/>
          <p:nvPr/>
        </p:nvSpPr>
        <p:spPr bwMode="auto">
          <a:xfrm rot="0" flipH="0" flipV="0">
            <a:off x="7981457" y="2166607"/>
            <a:ext cx="1807706" cy="457559"/>
          </a:xfrm>
          <a:prstGeom prst="rect">
            <a:avLst/>
          </a:prstGeom>
          <a:noFill/>
          <a:ln w="28575">
            <a:solidFill>
              <a:srgbClr val="152BEB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服務條款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裝</a:t>
            </a:r>
            <a:endParaRPr sz="24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1061365103" name=""/>
          <p:cNvSpPr txBox="1"/>
          <p:nvPr/>
        </p:nvSpPr>
        <p:spPr bwMode="auto">
          <a:xfrm rot="0" flipH="0" flipV="0">
            <a:off x="10342995" y="2166607"/>
            <a:ext cx="1429469" cy="457559"/>
          </a:xfrm>
          <a:prstGeom prst="rect">
            <a:avLst/>
          </a:prstGeom>
          <a:noFill/>
          <a:ln w="28575">
            <a:solidFill>
              <a:srgbClr val="152BEB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法律聲明</a:t>
            </a:r>
            <a:endParaRPr sz="24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cxnSp>
        <p:nvCxnSpPr>
          <p:cNvPr id="2094964295" name=""/>
          <p:cNvCxnSpPr>
            <a:endCxn id="976231547" idx="2"/>
          </p:cNvCxnSpPr>
          <p:nvPr/>
        </p:nvCxnSpPr>
        <p:spPr bwMode="auto">
          <a:xfrm rot="16199998" flipH="0" flipV="1">
            <a:off x="5624987" y="3608487"/>
            <a:ext cx="1968638" cy="0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8543990" name=""/>
          <p:cNvSpPr txBox="1"/>
          <p:nvPr/>
        </p:nvSpPr>
        <p:spPr bwMode="auto">
          <a:xfrm rot="0" flipH="0" flipV="0">
            <a:off x="5833636" y="4592806"/>
            <a:ext cx="1718106" cy="59335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盤旋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:轉手指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</a:t>
            </a:r>
            <a:endParaRPr lang="en-US" sz="16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按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下: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跳</a:t>
            </a:r>
            <a:r>
              <a:rPr sz="1600"/>
              <a:t>到E14</a:t>
            </a:r>
            <a:r>
              <a:rPr sz="1600"/>
              <a:t>.</a:t>
            </a:r>
            <a:endParaRPr sz="16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1963103967" name=""/>
          <p:cNvCxnSpPr/>
          <p:nvPr/>
        </p:nvCxnSpPr>
        <p:spPr bwMode="auto">
          <a:xfrm rot="0" flipH="0" flipV="1">
            <a:off x="8885310" y="2624167"/>
            <a:ext cx="0" cy="2501537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4403274" name=""/>
          <p:cNvSpPr txBox="1"/>
          <p:nvPr/>
        </p:nvSpPr>
        <p:spPr bwMode="auto">
          <a:xfrm rot="0" flipH="0" flipV="0">
            <a:off x="8094713" y="5125705"/>
            <a:ext cx="1581193" cy="59335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盤旋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:轉手指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</a:t>
            </a:r>
            <a:endParaRPr lang="en-US" sz="16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按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下: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跳</a:t>
            </a:r>
            <a:r>
              <a:rPr sz="1600"/>
              <a:t>到E15</a:t>
            </a:r>
            <a:r>
              <a:rPr sz="1600"/>
              <a:t>.</a:t>
            </a:r>
            <a:endParaRPr sz="16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2020096443" name=""/>
          <p:cNvCxnSpPr/>
          <p:nvPr/>
        </p:nvCxnSpPr>
        <p:spPr bwMode="auto">
          <a:xfrm rot="16199998" flipH="0" flipV="1">
            <a:off x="9487333" y="4218888"/>
            <a:ext cx="3140791" cy="0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8132527" name=""/>
          <p:cNvSpPr txBox="1"/>
          <p:nvPr/>
        </p:nvSpPr>
        <p:spPr bwMode="auto">
          <a:xfrm rot="0" flipH="0" flipV="0">
            <a:off x="10342995" y="5789284"/>
            <a:ext cx="1552724" cy="59335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盤旋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:轉手指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</a:t>
            </a:r>
            <a:endParaRPr lang="en-US" sz="16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按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下: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跳</a:t>
            </a:r>
            <a:r>
              <a:rPr sz="1600"/>
              <a:t>到E16</a:t>
            </a:r>
            <a:r>
              <a:rPr sz="1600"/>
              <a:t>.</a:t>
            </a:r>
            <a:endParaRPr sz="16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94435312" name=""/>
          <p:cNvSpPr txBox="1"/>
          <p:nvPr/>
        </p:nvSpPr>
        <p:spPr bwMode="auto">
          <a:xfrm rot="0" flipH="0" flipV="0">
            <a:off x="3760093" y="2190933"/>
            <a:ext cx="1480798" cy="457559"/>
          </a:xfrm>
          <a:prstGeom prst="rect">
            <a:avLst/>
          </a:prstGeom>
          <a:noFill/>
          <a:ln w="28575">
            <a:solidFill>
              <a:srgbClr val="152BEB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私隱政策</a:t>
            </a:r>
            <a:endParaRPr sz="2400">
              <a:latin typeface="Linux Biolinum O"/>
              <a:cs typeface="Linux Biolinum O"/>
            </a:endParaRPr>
          </a:p>
        </p:txBody>
      </p:sp>
      <p:cxnSp>
        <p:nvCxnSpPr>
          <p:cNvPr id="1137081973" name=""/>
          <p:cNvCxnSpPr/>
          <p:nvPr/>
        </p:nvCxnSpPr>
        <p:spPr bwMode="auto">
          <a:xfrm rot="16199998" flipH="0" flipV="0">
            <a:off x="3148701" y="4024609"/>
            <a:ext cx="2703582" cy="0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9700604" name=""/>
          <p:cNvSpPr txBox="1"/>
          <p:nvPr/>
        </p:nvSpPr>
        <p:spPr bwMode="auto">
          <a:xfrm rot="0" flipH="0" flipV="0">
            <a:off x="3760093" y="5322927"/>
            <a:ext cx="1719546" cy="59335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盤旋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:轉手指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</a:t>
            </a:r>
            <a:endParaRPr lang="en-US" sz="16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按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下: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跳</a:t>
            </a:r>
            <a:r>
              <a:rPr sz="1600"/>
              <a:t>到E13</a:t>
            </a:r>
            <a:r>
              <a:rPr sz="1600"/>
              <a:t>.</a:t>
            </a:r>
            <a:endParaRPr sz="16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00829850" name=""/>
          <p:cNvSpPr/>
          <p:nvPr/>
        </p:nvSpPr>
        <p:spPr bwMode="auto">
          <a:xfrm rot="0" flipH="0" flipV="0">
            <a:off x="160818" y="1976653"/>
            <a:ext cx="3306718" cy="837468"/>
          </a:xfrm>
          <a:prstGeom prst="rect">
            <a:avLst/>
          </a:prstGeom>
          <a:noFill/>
          <a:ln w="25400" cap="flat" cmpd="sng" algn="ctr">
            <a:solidFill>
              <a:srgbClr val="152BEB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91192592" name=""/>
          <p:cNvSpPr txBox="1"/>
          <p:nvPr/>
        </p:nvSpPr>
        <p:spPr bwMode="auto">
          <a:xfrm rot="0" flipH="0" flipV="0">
            <a:off x="160818" y="2104086"/>
            <a:ext cx="3306718" cy="58260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zh-TW" sz="16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闌珊相親及婚姻家庭服務有限公司</a:t>
            </a:r>
            <a:r>
              <a:rPr sz="1600" b="0" i="0" u="none">
                <a:solidFill>
                  <a:schemeClr val="tx1"/>
                </a:solidFill>
                <a:latin typeface="Linux Biolinum O"/>
                <a:ea typeface="Linux Biolinum O"/>
                <a:cs typeface="Linux Biolinum O"/>
              </a:rPr>
              <a:t>版權所有 © </a:t>
            </a:r>
            <a:r>
              <a:rPr sz="1600" b="0" i="0" u="none">
                <a:solidFill>
                  <a:schemeClr val="tx1"/>
                </a:solidFill>
                <a:latin typeface="Linux Biolinum O"/>
                <a:ea typeface="Linux Biolinum O"/>
                <a:cs typeface="Linux Biolinum O"/>
              </a:rPr>
              <a:t>2026</a:t>
            </a:r>
            <a:endParaRPr sz="1600" b="0" i="0" u="none" strike="noStrike" cap="none" spc="0">
              <a:solidFill>
                <a:schemeClr val="tx1"/>
              </a:solidFill>
              <a:latin typeface="Linux Biolinum O"/>
              <a:cs typeface="Linux Biolinum 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alphaModFix/>
          </a:blip>
          <a:tile algn="tl" flip="none" sx="100000" sy="100000" tx="0" ty="0"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cxnSp>
        <p:nvCxnSpPr>
          <p:cNvPr id="8074143" name="直線接點 4"/>
          <p:cNvCxnSpPr/>
          <p:nvPr/>
        </p:nvCxnSpPr>
        <p:spPr bwMode="auto">
          <a:xfrm flipV="1">
            <a:off x="0" y="584800"/>
            <a:ext cx="12191998" cy="6563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764104" name="TextBox 20"/>
          <p:cNvSpPr txBox="1"/>
          <p:nvPr/>
        </p:nvSpPr>
        <p:spPr bwMode="auto">
          <a:xfrm>
            <a:off x="0" y="646290"/>
            <a:ext cx="8254399" cy="4726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/>
              <a:t>F. 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樣板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(Template)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(續)</a:t>
            </a:r>
            <a:endParaRPr lang="en-US" sz="2400"/>
          </a:p>
        </p:txBody>
      </p:sp>
      <p:sp>
        <p:nvSpPr>
          <p:cNvPr id="77459161" name="Google Shape;90;p1"/>
          <p:cNvSpPr txBox="1"/>
          <p:nvPr/>
        </p:nvSpPr>
        <p:spPr bwMode="auto">
          <a:xfrm>
            <a:off x="-45716" y="-2889"/>
            <a:ext cx="12283434" cy="65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2" tIns="45697" rIns="91422" bIns="45697" anchor="t" anchorCtr="0">
            <a:spAutoFit/>
          </a:bodyPr>
          <a:lstStyle/>
          <a:p>
            <a:pPr>
              <a:defRPr/>
            </a:pP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前端網站開發人員證書</a:t>
            </a: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(CT288DS006)</a:t>
            </a:r>
            <a:r>
              <a:rPr lang="en-US" sz="1800">
                <a:latin typeface="Arial"/>
                <a:ea typeface="Times New Roman"/>
                <a:cs typeface="Times New Roman"/>
              </a:rPr>
              <a:t> -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Arial"/>
                <a:ea typeface="Times New Roman"/>
                <a:cs typeface="Times New Roman"/>
              </a:rPr>
              <a:t>網站開發專案</a:t>
            </a:r>
            <a:endParaRPr lang="en-US" sz="1800">
              <a:latin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開發者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HO Siu Hang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 (Desmond)  </a:t>
            </a: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學生編號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12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			</a:t>
            </a:r>
            <a:r>
              <a:rPr lang="zh-TW" sz="1800" b="0" i="0" u="none" strike="noStrike" cap="none" spc="0">
                <a:solidFill>
                  <a:srgbClr val="152BEB"/>
                </a:solidFill>
                <a:latin typeface="Arial"/>
                <a:ea typeface="Calibri"/>
                <a:cs typeface="Calibri"/>
              </a:rPr>
              <a:t>			闌珊相親</a:t>
            </a:r>
            <a:r>
              <a:rPr lang="en-US" sz="1800" b="0" i="0" u="none" strike="noStrike" cap="none" spc="0">
                <a:solidFill>
                  <a:srgbClr val="152BEB"/>
                </a:solidFill>
                <a:latin typeface="Arial"/>
                <a:ea typeface="Times New Roman"/>
                <a:cs typeface="Times New Roman"/>
              </a:rPr>
              <a:t>網站</a:t>
            </a:r>
            <a:endParaRPr sz="1800">
              <a:solidFill>
                <a:srgbClr val="0000FF"/>
              </a:solidFill>
              <a:latin typeface="Arial"/>
              <a:ea typeface="Calibri"/>
              <a:cs typeface="Calibri"/>
            </a:endParaRPr>
          </a:p>
        </p:txBody>
      </p:sp>
      <p:sp>
        <p:nvSpPr>
          <p:cNvPr id="1640692944" name=""/>
          <p:cNvSpPr txBox="1"/>
          <p:nvPr/>
        </p:nvSpPr>
        <p:spPr bwMode="auto">
          <a:xfrm rot="0" flipH="0" flipV="0">
            <a:off x="9789162" y="662519"/>
            <a:ext cx="2238897" cy="43334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樣</a:t>
            </a: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板</a:t>
            </a:r>
            <a:r>
              <a:rPr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-</a:t>
            </a: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內容</a:t>
            </a:r>
            <a:endParaRPr sz="2200" b="0" i="0" u="none" strike="noStrike" cap="none" spc="0">
              <a:solidFill>
                <a:srgbClr val="C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44461027" name=""/>
          <p:cNvSpPr txBox="1"/>
          <p:nvPr/>
        </p:nvSpPr>
        <p:spPr bwMode="auto">
          <a:xfrm rot="0" flipH="0" flipV="0">
            <a:off x="103091" y="1115370"/>
            <a:ext cx="11951248" cy="518519"/>
          </a:xfrm>
          <a:prstGeom prst="rect">
            <a:avLst/>
          </a:prstGeom>
          <a:noFill/>
          <a:ln w="28575">
            <a:solidFill>
              <a:srgbClr val="FF0000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/>
              <a:t>內容</a:t>
            </a:r>
            <a:r>
              <a:rPr sz="2000"/>
              <a:t> - 僅</a:t>
            </a:r>
            <a:r>
              <a:rPr sz="2000"/>
              <a:t>適用於</a:t>
            </a:r>
            <a:r>
              <a:rPr lang="en-US" sz="2800" b="0" i="0" u="none" strike="noStrike" cap="none" spc="0">
                <a:solidFill>
                  <a:srgbClr val="152BEB"/>
                </a:solidFill>
                <a:latin typeface="Linux Biolinum O"/>
                <a:ea typeface="Linux Biolinum O"/>
                <a:cs typeface="Linux Biolinum O"/>
              </a:rPr>
              <a:t>E1</a:t>
            </a:r>
            <a:endParaRPr sz="20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16650066" name="Google Shape;20;p18"/>
          <p:cNvSpPr txBox="1">
            <a:spLocks noGrp="1"/>
          </p:cNvSpPr>
          <p:nvPr>
            <p:ph type="sldNum" idx="12"/>
          </p:nvPr>
        </p:nvSpPr>
        <p:spPr bwMode="auto">
          <a:xfrm>
            <a:off x="8610598" y="6356349"/>
            <a:ext cx="2743200" cy="3651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2" tIns="45698" rIns="91422" bIns="45698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875BB4A2-B600-4895-8758-58A00E116D33}" type="slidenum">
              <a:rPr lang="en-US"/>
              <a:t>14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alphaModFix/>
          </a:blip>
          <a:tile algn="tl" flip="none" sx="100000" sy="100000" tx="0" ty="0"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cxnSp>
        <p:nvCxnSpPr>
          <p:cNvPr id="849189851" name="直線接點 4"/>
          <p:cNvCxnSpPr/>
          <p:nvPr/>
        </p:nvCxnSpPr>
        <p:spPr bwMode="auto">
          <a:xfrm flipV="1">
            <a:off x="0" y="584800"/>
            <a:ext cx="12191998" cy="6563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9301369" name="TextBox 20"/>
          <p:cNvSpPr txBox="1"/>
          <p:nvPr/>
        </p:nvSpPr>
        <p:spPr bwMode="auto">
          <a:xfrm>
            <a:off x="0" y="646290"/>
            <a:ext cx="8254399" cy="4726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/>
              <a:t>F. 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樣板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(Template)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(續)</a:t>
            </a:r>
            <a:endParaRPr lang="en-US" sz="2400"/>
          </a:p>
        </p:txBody>
      </p:sp>
      <p:sp>
        <p:nvSpPr>
          <p:cNvPr id="485606304" name="Google Shape;90;p1"/>
          <p:cNvSpPr txBox="1"/>
          <p:nvPr/>
        </p:nvSpPr>
        <p:spPr bwMode="auto">
          <a:xfrm>
            <a:off x="-45716" y="-2889"/>
            <a:ext cx="12283434" cy="65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2" tIns="45697" rIns="91422" bIns="45697" anchor="t" anchorCtr="0">
            <a:spAutoFit/>
          </a:bodyPr>
          <a:lstStyle/>
          <a:p>
            <a:pPr>
              <a:defRPr/>
            </a:pP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前端網站開發人員證書</a:t>
            </a: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(CT288DS006)</a:t>
            </a:r>
            <a:r>
              <a:rPr lang="en-US" sz="1800">
                <a:latin typeface="Arial"/>
                <a:ea typeface="Times New Roman"/>
                <a:cs typeface="Times New Roman"/>
              </a:rPr>
              <a:t> -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Arial"/>
                <a:ea typeface="Times New Roman"/>
                <a:cs typeface="Times New Roman"/>
              </a:rPr>
              <a:t>網站開發專案</a:t>
            </a:r>
            <a:endParaRPr lang="en-US" sz="1800">
              <a:latin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開發者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HO Siu Hang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 (Desmond)  </a:t>
            </a: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學生編號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12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			</a:t>
            </a:r>
            <a:r>
              <a:rPr lang="zh-TW" sz="1800" b="0" i="0" u="none" strike="noStrike" cap="none" spc="0">
                <a:solidFill>
                  <a:srgbClr val="152BEB"/>
                </a:solidFill>
                <a:latin typeface="Arial"/>
                <a:ea typeface="Calibri"/>
                <a:cs typeface="Calibri"/>
              </a:rPr>
              <a:t>			闌珊相親</a:t>
            </a:r>
            <a:r>
              <a:rPr lang="en-US" sz="1800" b="0" i="0" u="none" strike="noStrike" cap="none" spc="0">
                <a:solidFill>
                  <a:srgbClr val="152BEB"/>
                </a:solidFill>
                <a:latin typeface="Arial"/>
                <a:ea typeface="Times New Roman"/>
                <a:cs typeface="Times New Roman"/>
              </a:rPr>
              <a:t>網站</a:t>
            </a:r>
            <a:endParaRPr sz="1800">
              <a:solidFill>
                <a:srgbClr val="0000FF"/>
              </a:solidFill>
              <a:latin typeface="Arial"/>
              <a:ea typeface="Calibri"/>
              <a:cs typeface="Calibri"/>
            </a:endParaRPr>
          </a:p>
        </p:txBody>
      </p:sp>
      <p:sp>
        <p:nvSpPr>
          <p:cNvPr id="708731899" name=""/>
          <p:cNvSpPr txBox="1"/>
          <p:nvPr/>
        </p:nvSpPr>
        <p:spPr bwMode="auto">
          <a:xfrm rot="0" flipH="0" flipV="0">
            <a:off x="9789162" y="662519"/>
            <a:ext cx="2243577" cy="43661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樣</a:t>
            </a: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板</a:t>
            </a:r>
            <a:r>
              <a:rPr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-</a:t>
            </a: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內容</a:t>
            </a:r>
            <a:r>
              <a:rPr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(續)</a:t>
            </a:r>
            <a:endParaRPr sz="2200" b="0" i="0" u="none" strike="noStrike" cap="none" spc="0">
              <a:solidFill>
                <a:srgbClr val="C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31624503" name=""/>
          <p:cNvSpPr txBox="1"/>
          <p:nvPr/>
        </p:nvSpPr>
        <p:spPr bwMode="auto">
          <a:xfrm rot="0" flipH="0" flipV="0">
            <a:off x="103091" y="1115370"/>
            <a:ext cx="11969248" cy="518519"/>
          </a:xfrm>
          <a:prstGeom prst="rect">
            <a:avLst/>
          </a:prstGeom>
          <a:noFill/>
          <a:ln w="28575">
            <a:solidFill>
              <a:srgbClr val="FF0000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/>
              <a:t>內容</a:t>
            </a:r>
            <a:r>
              <a:rPr sz="2000"/>
              <a:t> - 僅</a:t>
            </a:r>
            <a:r>
              <a:rPr sz="2000"/>
              <a:t>適用於</a:t>
            </a:r>
            <a:r>
              <a:rPr lang="en-US" sz="2800" b="0" i="0" u="none" strike="noStrike" cap="none" spc="0">
                <a:solidFill>
                  <a:srgbClr val="152BEB"/>
                </a:solidFill>
                <a:latin typeface="Linux Biolinum O"/>
                <a:ea typeface="Linux Biolinum O"/>
                <a:cs typeface="Linux Biolinum O"/>
              </a:rPr>
              <a:t>E2 </a:t>
            </a:r>
            <a:r>
              <a:rPr lang="en-US" sz="2800" b="0" i="0" u="none" strike="noStrike" cap="none" spc="0">
                <a:solidFill>
                  <a:srgbClr val="152BEB"/>
                </a:solidFill>
                <a:latin typeface="Linux Biolinum O"/>
                <a:ea typeface="Linux Biolinum O"/>
                <a:cs typeface="Linux Biolinum O"/>
              </a:rPr>
              <a:t>- E</a:t>
            </a:r>
            <a:r>
              <a:rPr sz="2800">
                <a:solidFill>
                  <a:srgbClr val="152BEB"/>
                </a:solidFill>
                <a:latin typeface="Linux Biolinum O"/>
                <a:ea typeface="Linux Biolinum O"/>
                <a:cs typeface="Linux Biolinum O"/>
              </a:rPr>
              <a:t>6</a:t>
            </a:r>
            <a:endParaRPr sz="28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975701159" name="Google Shape;20;p18"/>
          <p:cNvSpPr txBox="1">
            <a:spLocks noGrp="1"/>
          </p:cNvSpPr>
          <p:nvPr>
            <p:ph type="sldNum" idx="12"/>
          </p:nvPr>
        </p:nvSpPr>
        <p:spPr bwMode="auto">
          <a:xfrm>
            <a:off x="8610598" y="6356349"/>
            <a:ext cx="2743200" cy="3651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2" tIns="45698" rIns="91422" bIns="45698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F1BD1F43-1DAE-CAC1-FD46-9C9AD027F01C}" type="slidenum">
              <a:rPr lang="en-US"/>
              <a:t>15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alphaModFix/>
          </a:blip>
          <a:tile algn="tl" flip="none" sx="100000" sy="100000" tx="0" ty="0"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cxnSp>
        <p:nvCxnSpPr>
          <p:cNvPr id="1170757628" name="直線接點 4"/>
          <p:cNvCxnSpPr/>
          <p:nvPr/>
        </p:nvCxnSpPr>
        <p:spPr bwMode="auto">
          <a:xfrm flipV="1">
            <a:off x="0" y="584800"/>
            <a:ext cx="12191998" cy="6563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8536993" name="TextBox 20"/>
          <p:cNvSpPr txBox="1"/>
          <p:nvPr/>
        </p:nvSpPr>
        <p:spPr bwMode="auto">
          <a:xfrm>
            <a:off x="0" y="646290"/>
            <a:ext cx="8254399" cy="4726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/>
              <a:t>F. 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樣板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(Template)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(續)</a:t>
            </a:r>
            <a:endParaRPr lang="en-US" sz="2400"/>
          </a:p>
        </p:txBody>
      </p:sp>
      <p:sp>
        <p:nvSpPr>
          <p:cNvPr id="1566963031" name="Google Shape;90;p1"/>
          <p:cNvSpPr txBox="1"/>
          <p:nvPr/>
        </p:nvSpPr>
        <p:spPr bwMode="auto">
          <a:xfrm>
            <a:off x="-45716" y="-2889"/>
            <a:ext cx="12283434" cy="65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2" tIns="45697" rIns="91422" bIns="45697" anchor="t" anchorCtr="0">
            <a:spAutoFit/>
          </a:bodyPr>
          <a:lstStyle/>
          <a:p>
            <a:pPr>
              <a:defRPr/>
            </a:pP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前端網站開發人員證書</a:t>
            </a: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(CT288DS006)</a:t>
            </a:r>
            <a:r>
              <a:rPr lang="en-US" sz="1800">
                <a:latin typeface="Arial"/>
                <a:ea typeface="Times New Roman"/>
                <a:cs typeface="Times New Roman"/>
              </a:rPr>
              <a:t> -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Arial"/>
                <a:ea typeface="Times New Roman"/>
                <a:cs typeface="Times New Roman"/>
              </a:rPr>
              <a:t>網站開發專案</a:t>
            </a:r>
            <a:endParaRPr lang="en-US" sz="1800">
              <a:latin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開發者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HO Siu Hang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 (Desmond)  </a:t>
            </a: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學生編號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12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			</a:t>
            </a:r>
            <a:r>
              <a:rPr lang="zh-TW" sz="1800" b="0" i="0" u="none" strike="noStrike" cap="none" spc="0">
                <a:solidFill>
                  <a:srgbClr val="152BEB"/>
                </a:solidFill>
                <a:latin typeface="Arial"/>
                <a:ea typeface="Calibri"/>
                <a:cs typeface="Calibri"/>
              </a:rPr>
              <a:t>			闌珊相親</a:t>
            </a:r>
            <a:r>
              <a:rPr lang="en-US" sz="1800" b="0" i="0" u="none" strike="noStrike" cap="none" spc="0">
                <a:solidFill>
                  <a:srgbClr val="152BEB"/>
                </a:solidFill>
                <a:latin typeface="Arial"/>
                <a:ea typeface="Times New Roman"/>
                <a:cs typeface="Times New Roman"/>
              </a:rPr>
              <a:t>網站</a:t>
            </a:r>
            <a:endParaRPr sz="1800">
              <a:solidFill>
                <a:srgbClr val="0000FF"/>
              </a:solidFill>
              <a:latin typeface="Arial"/>
              <a:ea typeface="Calibri"/>
              <a:cs typeface="Calibri"/>
            </a:endParaRPr>
          </a:p>
        </p:txBody>
      </p:sp>
      <p:sp>
        <p:nvSpPr>
          <p:cNvPr id="512269429" name=""/>
          <p:cNvSpPr txBox="1"/>
          <p:nvPr/>
        </p:nvSpPr>
        <p:spPr bwMode="auto">
          <a:xfrm rot="0" flipH="0" flipV="0">
            <a:off x="9789162" y="662519"/>
            <a:ext cx="2243577" cy="43661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樣</a:t>
            </a: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板</a:t>
            </a:r>
            <a:r>
              <a:rPr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-</a:t>
            </a: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內容</a:t>
            </a:r>
            <a:r>
              <a:rPr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(續)</a:t>
            </a:r>
            <a:endParaRPr sz="2200" b="0" i="0" u="none" strike="noStrike" cap="none" spc="0">
              <a:solidFill>
                <a:srgbClr val="C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31648873" name=""/>
          <p:cNvSpPr txBox="1"/>
          <p:nvPr/>
        </p:nvSpPr>
        <p:spPr bwMode="auto">
          <a:xfrm rot="0" flipH="0" flipV="0">
            <a:off x="103091" y="1115370"/>
            <a:ext cx="11972488" cy="518519"/>
          </a:xfrm>
          <a:prstGeom prst="rect">
            <a:avLst/>
          </a:prstGeom>
          <a:noFill/>
          <a:ln w="28575">
            <a:solidFill>
              <a:srgbClr val="FF0000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/>
              <a:t>內容</a:t>
            </a:r>
            <a:r>
              <a:rPr sz="2000"/>
              <a:t> - 僅</a:t>
            </a:r>
            <a:r>
              <a:rPr sz="2000"/>
              <a:t>適用於</a:t>
            </a:r>
            <a:r>
              <a:rPr lang="en-US" sz="2800" b="0" i="0" u="none" strike="noStrike" cap="none" spc="0">
                <a:solidFill>
                  <a:srgbClr val="152BEB"/>
                </a:solidFill>
                <a:latin typeface="Linux Biolinum O"/>
                <a:ea typeface="Linux Biolinum O"/>
                <a:cs typeface="Linux Biolinum O"/>
              </a:rPr>
              <a:t>E5.1</a:t>
            </a:r>
            <a:endParaRPr sz="28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1708960154" name="Google Shape;20;p18"/>
          <p:cNvSpPr txBox="1">
            <a:spLocks noGrp="1"/>
          </p:cNvSpPr>
          <p:nvPr>
            <p:ph type="sldNum" idx="12"/>
          </p:nvPr>
        </p:nvSpPr>
        <p:spPr bwMode="auto">
          <a:xfrm>
            <a:off x="8610598" y="6356349"/>
            <a:ext cx="2743200" cy="3651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2" tIns="45698" rIns="91422" bIns="45698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1436FBEE-982A-BCD4-7B86-88C726B09943}" type="slidenum">
              <a:rPr lang="en-US"/>
              <a:t>16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alphaModFix/>
          </a:blip>
          <a:tile algn="tl" flip="none" sx="100000" sy="100000" tx="0" ty="0"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cxnSp>
        <p:nvCxnSpPr>
          <p:cNvPr id="835507951" name="直線接點 4"/>
          <p:cNvCxnSpPr/>
          <p:nvPr/>
        </p:nvCxnSpPr>
        <p:spPr bwMode="auto">
          <a:xfrm flipV="1">
            <a:off x="0" y="584800"/>
            <a:ext cx="12191998" cy="6563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6748353" name="TextBox 20"/>
          <p:cNvSpPr txBox="1"/>
          <p:nvPr/>
        </p:nvSpPr>
        <p:spPr bwMode="auto">
          <a:xfrm>
            <a:off x="0" y="646290"/>
            <a:ext cx="8254399" cy="4726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/>
              <a:t>F. 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樣板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(Template)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(續)</a:t>
            </a:r>
            <a:endParaRPr lang="en-US" sz="2400"/>
          </a:p>
        </p:txBody>
      </p:sp>
      <p:sp>
        <p:nvSpPr>
          <p:cNvPr id="839298364" name="Google Shape;90;p1"/>
          <p:cNvSpPr txBox="1"/>
          <p:nvPr/>
        </p:nvSpPr>
        <p:spPr bwMode="auto">
          <a:xfrm>
            <a:off x="-45716" y="-2889"/>
            <a:ext cx="12283434" cy="65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2" tIns="45697" rIns="91422" bIns="45697" anchor="t" anchorCtr="0">
            <a:spAutoFit/>
          </a:bodyPr>
          <a:lstStyle/>
          <a:p>
            <a:pPr>
              <a:defRPr/>
            </a:pP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前端網站開發人員證書</a:t>
            </a: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(CT288DS006)</a:t>
            </a:r>
            <a:r>
              <a:rPr lang="en-US" sz="1800">
                <a:latin typeface="Arial"/>
                <a:ea typeface="Times New Roman"/>
                <a:cs typeface="Times New Roman"/>
              </a:rPr>
              <a:t> -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Arial"/>
                <a:ea typeface="Times New Roman"/>
                <a:cs typeface="Times New Roman"/>
              </a:rPr>
              <a:t>網站開發專案</a:t>
            </a:r>
            <a:endParaRPr lang="en-US" sz="1800">
              <a:latin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開發者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HO Siu Hang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 (Desmond)  </a:t>
            </a: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學生編號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12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			</a:t>
            </a:r>
            <a:r>
              <a:rPr lang="zh-TW" sz="1800" b="0" i="0" u="none" strike="noStrike" cap="none" spc="0">
                <a:solidFill>
                  <a:srgbClr val="152BEB"/>
                </a:solidFill>
                <a:latin typeface="Arial"/>
                <a:ea typeface="Calibri"/>
                <a:cs typeface="Calibri"/>
              </a:rPr>
              <a:t>			闌珊相親</a:t>
            </a:r>
            <a:r>
              <a:rPr lang="en-US" sz="1800" b="0" i="0" u="none" strike="noStrike" cap="none" spc="0">
                <a:solidFill>
                  <a:srgbClr val="152BEB"/>
                </a:solidFill>
                <a:latin typeface="Arial"/>
                <a:ea typeface="Times New Roman"/>
                <a:cs typeface="Times New Roman"/>
              </a:rPr>
              <a:t>網站</a:t>
            </a:r>
            <a:endParaRPr sz="1800">
              <a:solidFill>
                <a:srgbClr val="0000FF"/>
              </a:solidFill>
              <a:latin typeface="Arial"/>
              <a:ea typeface="Calibri"/>
              <a:cs typeface="Calibri"/>
            </a:endParaRPr>
          </a:p>
        </p:txBody>
      </p:sp>
      <p:sp>
        <p:nvSpPr>
          <p:cNvPr id="665786386" name=""/>
          <p:cNvSpPr txBox="1"/>
          <p:nvPr/>
        </p:nvSpPr>
        <p:spPr bwMode="auto">
          <a:xfrm rot="0" flipH="0" flipV="0">
            <a:off x="9789162" y="662519"/>
            <a:ext cx="2243577" cy="43661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樣</a:t>
            </a: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板</a:t>
            </a:r>
            <a:r>
              <a:rPr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-</a:t>
            </a: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內容</a:t>
            </a:r>
            <a:r>
              <a:rPr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(續)</a:t>
            </a:r>
            <a:endParaRPr sz="2200" b="0" i="0" u="none" strike="noStrike" cap="none" spc="0">
              <a:solidFill>
                <a:srgbClr val="C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80502868" name=""/>
          <p:cNvSpPr txBox="1"/>
          <p:nvPr/>
        </p:nvSpPr>
        <p:spPr bwMode="auto">
          <a:xfrm rot="0" flipH="0" flipV="0">
            <a:off x="103091" y="1115370"/>
            <a:ext cx="11973208" cy="518519"/>
          </a:xfrm>
          <a:prstGeom prst="rect">
            <a:avLst/>
          </a:prstGeom>
          <a:noFill/>
          <a:ln w="28575">
            <a:solidFill>
              <a:srgbClr val="FF0000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/>
              <a:t>內容</a:t>
            </a:r>
            <a:r>
              <a:rPr sz="2000"/>
              <a:t> - 僅</a:t>
            </a:r>
            <a:r>
              <a:rPr sz="2000"/>
              <a:t>適用於</a:t>
            </a:r>
            <a:r>
              <a:rPr lang="en-US" sz="2800" b="0" i="0" u="none" strike="noStrike" cap="none" spc="0">
                <a:solidFill>
                  <a:srgbClr val="152BEB"/>
                </a:solidFill>
                <a:latin typeface="Linux Biolinum O"/>
                <a:ea typeface="Linux Biolinum O"/>
                <a:cs typeface="Linux Biolinum O"/>
              </a:rPr>
              <a:t>E5.2</a:t>
            </a:r>
            <a:endParaRPr sz="28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1531473298" name="Google Shape;20;p18"/>
          <p:cNvSpPr txBox="1">
            <a:spLocks noGrp="1"/>
          </p:cNvSpPr>
          <p:nvPr>
            <p:ph type="sldNum" idx="12"/>
          </p:nvPr>
        </p:nvSpPr>
        <p:spPr bwMode="auto">
          <a:xfrm>
            <a:off x="8610598" y="6356349"/>
            <a:ext cx="2743200" cy="3651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2" tIns="45698" rIns="91422" bIns="45698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1201AE3A-65B9-13D1-2C39-04A41120F2B1}" type="slidenum">
              <a:rPr lang="en-US"/>
              <a:t>17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alphaModFix/>
          </a:blip>
          <a:tile algn="tl" flip="none" sx="100000" sy="100000" tx="0" ty="0"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cxnSp>
        <p:nvCxnSpPr>
          <p:cNvPr id="423007694" name="直線接點 4"/>
          <p:cNvCxnSpPr/>
          <p:nvPr/>
        </p:nvCxnSpPr>
        <p:spPr bwMode="auto">
          <a:xfrm flipV="1">
            <a:off x="0" y="584800"/>
            <a:ext cx="12191998" cy="6563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66345038" name="TextBox 20"/>
          <p:cNvSpPr txBox="1"/>
          <p:nvPr/>
        </p:nvSpPr>
        <p:spPr bwMode="auto">
          <a:xfrm>
            <a:off x="0" y="646290"/>
            <a:ext cx="8254399" cy="4726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/>
              <a:t>F. 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樣板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(Template)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(續)</a:t>
            </a:r>
            <a:endParaRPr lang="en-US" sz="2400"/>
          </a:p>
        </p:txBody>
      </p:sp>
      <p:sp>
        <p:nvSpPr>
          <p:cNvPr id="1550909417" name="Google Shape;90;p1"/>
          <p:cNvSpPr txBox="1"/>
          <p:nvPr/>
        </p:nvSpPr>
        <p:spPr bwMode="auto">
          <a:xfrm>
            <a:off x="-45716" y="-2889"/>
            <a:ext cx="12283434" cy="65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2" tIns="45697" rIns="91422" bIns="45697" anchor="t" anchorCtr="0">
            <a:spAutoFit/>
          </a:bodyPr>
          <a:lstStyle/>
          <a:p>
            <a:pPr>
              <a:defRPr/>
            </a:pP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前端網站開發人員證書</a:t>
            </a: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(CT288DS006)</a:t>
            </a:r>
            <a:r>
              <a:rPr lang="en-US" sz="1800">
                <a:latin typeface="Arial"/>
                <a:ea typeface="Times New Roman"/>
                <a:cs typeface="Times New Roman"/>
              </a:rPr>
              <a:t> -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Arial"/>
                <a:ea typeface="Times New Roman"/>
                <a:cs typeface="Times New Roman"/>
              </a:rPr>
              <a:t>網站開發專案</a:t>
            </a:r>
            <a:endParaRPr lang="en-US" sz="1800">
              <a:latin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開發者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HO Siu Hang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 (Desmond)  </a:t>
            </a: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學生編號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12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			</a:t>
            </a:r>
            <a:r>
              <a:rPr lang="zh-TW" sz="1800" b="0" i="0" u="none" strike="noStrike" cap="none" spc="0">
                <a:solidFill>
                  <a:srgbClr val="152BEB"/>
                </a:solidFill>
                <a:latin typeface="Arial"/>
                <a:ea typeface="Calibri"/>
                <a:cs typeface="Calibri"/>
              </a:rPr>
              <a:t>			闌珊相親</a:t>
            </a:r>
            <a:r>
              <a:rPr lang="en-US" sz="1800" b="0" i="0" u="none" strike="noStrike" cap="none" spc="0">
                <a:solidFill>
                  <a:srgbClr val="152BEB"/>
                </a:solidFill>
                <a:latin typeface="Arial"/>
                <a:ea typeface="Times New Roman"/>
                <a:cs typeface="Times New Roman"/>
              </a:rPr>
              <a:t>網站</a:t>
            </a:r>
            <a:endParaRPr sz="1800">
              <a:solidFill>
                <a:srgbClr val="0000FF"/>
              </a:solidFill>
              <a:latin typeface="Arial"/>
              <a:ea typeface="Calibri"/>
              <a:cs typeface="Calibri"/>
            </a:endParaRPr>
          </a:p>
        </p:txBody>
      </p:sp>
      <p:sp>
        <p:nvSpPr>
          <p:cNvPr id="991916445" name=""/>
          <p:cNvSpPr txBox="1"/>
          <p:nvPr/>
        </p:nvSpPr>
        <p:spPr bwMode="auto">
          <a:xfrm rot="0" flipH="0" flipV="0">
            <a:off x="9789162" y="662519"/>
            <a:ext cx="2243577" cy="43661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樣</a:t>
            </a: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板</a:t>
            </a:r>
            <a:r>
              <a:rPr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-</a:t>
            </a: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內容</a:t>
            </a:r>
            <a:r>
              <a:rPr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(續)</a:t>
            </a:r>
            <a:endParaRPr sz="2200" b="0" i="0" u="none" strike="noStrike" cap="none" spc="0">
              <a:solidFill>
                <a:srgbClr val="C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61850908" name=""/>
          <p:cNvSpPr txBox="1"/>
          <p:nvPr/>
        </p:nvSpPr>
        <p:spPr bwMode="auto">
          <a:xfrm rot="0" flipH="0" flipV="0">
            <a:off x="103091" y="1115370"/>
            <a:ext cx="11971407" cy="518519"/>
          </a:xfrm>
          <a:prstGeom prst="rect">
            <a:avLst/>
          </a:prstGeom>
          <a:noFill/>
          <a:ln w="28575">
            <a:solidFill>
              <a:srgbClr val="FF0000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/>
              <a:t>內容</a:t>
            </a:r>
            <a:r>
              <a:rPr sz="2000"/>
              <a:t> - 僅</a:t>
            </a:r>
            <a:r>
              <a:rPr sz="2000"/>
              <a:t>適用於</a:t>
            </a:r>
            <a:r>
              <a:rPr lang="en-US" sz="2800" b="0" i="0" u="none" strike="noStrike" cap="none" spc="0">
                <a:solidFill>
                  <a:srgbClr val="152BEB"/>
                </a:solidFill>
                <a:latin typeface="Linux Biolinum O"/>
                <a:ea typeface="Linux Biolinum O"/>
                <a:cs typeface="Linux Biolinum O"/>
              </a:rPr>
              <a:t>E7</a:t>
            </a:r>
            <a:endParaRPr sz="28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510757965" name="Google Shape;20;p18"/>
          <p:cNvSpPr txBox="1">
            <a:spLocks noGrp="1"/>
          </p:cNvSpPr>
          <p:nvPr>
            <p:ph type="sldNum" idx="12"/>
          </p:nvPr>
        </p:nvSpPr>
        <p:spPr bwMode="auto">
          <a:xfrm>
            <a:off x="8610598" y="6356349"/>
            <a:ext cx="2743200" cy="3651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2" tIns="45698" rIns="91422" bIns="45698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337F407E-7894-4C99-D73C-F63D6AB20C23}" type="slidenum">
              <a:rPr lang="en-US"/>
              <a:t>16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alphaModFix/>
          </a:blip>
          <a:tile algn="tl" flip="none" sx="100000" sy="100000" tx="0" ty="0"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cxnSp>
        <p:nvCxnSpPr>
          <p:cNvPr id="1570861631" name="直線接點 4"/>
          <p:cNvCxnSpPr/>
          <p:nvPr/>
        </p:nvCxnSpPr>
        <p:spPr bwMode="auto">
          <a:xfrm flipV="1">
            <a:off x="0" y="584800"/>
            <a:ext cx="12191998" cy="6563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4068099" name="TextBox 20"/>
          <p:cNvSpPr txBox="1"/>
          <p:nvPr/>
        </p:nvSpPr>
        <p:spPr bwMode="auto">
          <a:xfrm>
            <a:off x="0" y="646290"/>
            <a:ext cx="8254399" cy="4726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/>
              <a:t>F. 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樣板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(Template)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(續)</a:t>
            </a:r>
            <a:endParaRPr lang="en-US" sz="2400"/>
          </a:p>
        </p:txBody>
      </p:sp>
      <p:sp>
        <p:nvSpPr>
          <p:cNvPr id="850466323" name="Google Shape;90;p1"/>
          <p:cNvSpPr txBox="1"/>
          <p:nvPr/>
        </p:nvSpPr>
        <p:spPr bwMode="auto">
          <a:xfrm>
            <a:off x="-45716" y="-2889"/>
            <a:ext cx="12283434" cy="65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2" tIns="45697" rIns="91422" bIns="45697" anchor="t" anchorCtr="0">
            <a:spAutoFit/>
          </a:bodyPr>
          <a:lstStyle/>
          <a:p>
            <a:pPr>
              <a:defRPr/>
            </a:pP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前端網站開發人員證書</a:t>
            </a: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(CT288DS006)</a:t>
            </a:r>
            <a:r>
              <a:rPr lang="en-US" sz="1800">
                <a:latin typeface="Arial"/>
                <a:ea typeface="Times New Roman"/>
                <a:cs typeface="Times New Roman"/>
              </a:rPr>
              <a:t> -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Arial"/>
                <a:ea typeface="Times New Roman"/>
                <a:cs typeface="Times New Roman"/>
              </a:rPr>
              <a:t>網站開發專案</a:t>
            </a:r>
            <a:endParaRPr lang="en-US" sz="1800">
              <a:latin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開發者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HO Siu Hang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 (Desmond)  </a:t>
            </a: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學生編號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12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			</a:t>
            </a:r>
            <a:r>
              <a:rPr lang="zh-TW" sz="1800" b="0" i="0" u="none" strike="noStrike" cap="none" spc="0">
                <a:solidFill>
                  <a:srgbClr val="152BEB"/>
                </a:solidFill>
                <a:latin typeface="Arial"/>
                <a:ea typeface="Calibri"/>
                <a:cs typeface="Calibri"/>
              </a:rPr>
              <a:t>			闌珊相親</a:t>
            </a:r>
            <a:r>
              <a:rPr lang="en-US" sz="1800" b="0" i="0" u="none" strike="noStrike" cap="none" spc="0">
                <a:solidFill>
                  <a:srgbClr val="152BEB"/>
                </a:solidFill>
                <a:latin typeface="Arial"/>
                <a:ea typeface="Times New Roman"/>
                <a:cs typeface="Times New Roman"/>
              </a:rPr>
              <a:t>網站</a:t>
            </a:r>
            <a:endParaRPr sz="1800">
              <a:solidFill>
                <a:srgbClr val="0000FF"/>
              </a:solidFill>
              <a:latin typeface="Arial"/>
              <a:ea typeface="Calibri"/>
              <a:cs typeface="Calibri"/>
            </a:endParaRPr>
          </a:p>
        </p:txBody>
      </p:sp>
      <p:sp>
        <p:nvSpPr>
          <p:cNvPr id="96961494" name=""/>
          <p:cNvSpPr txBox="1"/>
          <p:nvPr/>
        </p:nvSpPr>
        <p:spPr bwMode="auto">
          <a:xfrm rot="0" flipH="0" flipV="0">
            <a:off x="9789162" y="662519"/>
            <a:ext cx="2243577" cy="43661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樣</a:t>
            </a: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板</a:t>
            </a:r>
            <a:r>
              <a:rPr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-</a:t>
            </a: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內容</a:t>
            </a:r>
            <a:r>
              <a:rPr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(續)</a:t>
            </a:r>
            <a:endParaRPr sz="2200" b="0" i="0" u="none" strike="noStrike" cap="none" spc="0">
              <a:solidFill>
                <a:srgbClr val="C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27357422" name=""/>
          <p:cNvSpPr txBox="1"/>
          <p:nvPr/>
        </p:nvSpPr>
        <p:spPr bwMode="auto">
          <a:xfrm rot="0" flipH="0" flipV="0">
            <a:off x="103091" y="1115370"/>
            <a:ext cx="11970688" cy="518519"/>
          </a:xfrm>
          <a:prstGeom prst="rect">
            <a:avLst/>
          </a:prstGeom>
          <a:noFill/>
          <a:ln w="28575">
            <a:solidFill>
              <a:srgbClr val="FF0000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/>
              <a:t>內容</a:t>
            </a:r>
            <a:r>
              <a:rPr sz="2000"/>
              <a:t> - 僅</a:t>
            </a:r>
            <a:r>
              <a:rPr sz="2000"/>
              <a:t>適用於</a:t>
            </a:r>
            <a:r>
              <a:rPr lang="en-US" sz="2800" b="0" i="0" u="none" strike="noStrike" cap="none" spc="0">
                <a:solidFill>
                  <a:srgbClr val="152BEB"/>
                </a:solidFill>
                <a:latin typeface="Linux Biolinum O"/>
                <a:ea typeface="Linux Biolinum O"/>
                <a:cs typeface="Linux Biolinum O"/>
              </a:rPr>
              <a:t>E8</a:t>
            </a:r>
            <a:endParaRPr sz="28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1787322322" name="Google Shape;20;p18"/>
          <p:cNvSpPr txBox="1">
            <a:spLocks noGrp="1"/>
          </p:cNvSpPr>
          <p:nvPr>
            <p:ph type="sldNum" idx="12"/>
          </p:nvPr>
        </p:nvSpPr>
        <p:spPr bwMode="auto">
          <a:xfrm>
            <a:off x="8610598" y="6356349"/>
            <a:ext cx="2743200" cy="3651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2" tIns="45698" rIns="91422" bIns="45698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41E9223D-B4F5-208C-310E-B4125B237C13}" type="slidenum">
              <a:rPr lang="en-US"/>
              <a:t>17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alphaModFix/>
          </a:blip>
          <a:tile algn="tl" flip="none" sx="100000" sy="100000" tx="0" ty="0"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cxnSp>
        <p:nvCxnSpPr>
          <p:cNvPr id="258938721" name="直線接點 4"/>
          <p:cNvCxnSpPr/>
          <p:nvPr/>
        </p:nvCxnSpPr>
        <p:spPr bwMode="auto">
          <a:xfrm flipV="1">
            <a:off x="0" y="584801"/>
            <a:ext cx="12191999" cy="65639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5703546" name="TextBox 20"/>
          <p:cNvSpPr txBox="1"/>
          <p:nvPr/>
        </p:nvSpPr>
        <p:spPr bwMode="auto">
          <a:xfrm>
            <a:off x="0" y="646290"/>
            <a:ext cx="8255839" cy="4726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/>
              <a:t>Ｇ. 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線框圖(Wireframe)</a:t>
            </a:r>
            <a:endParaRPr lang="en-US" sz="2400"/>
          </a:p>
        </p:txBody>
      </p:sp>
      <p:sp>
        <p:nvSpPr>
          <p:cNvPr id="353199144" name="Google Shape;90;p1"/>
          <p:cNvSpPr txBox="1"/>
          <p:nvPr/>
        </p:nvSpPr>
        <p:spPr bwMode="auto">
          <a:xfrm>
            <a:off x="-45717" y="-2890"/>
            <a:ext cx="12283434" cy="653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2" tIns="45698" rIns="91422" bIns="45698" anchor="t" anchorCtr="0">
            <a:spAutoFit/>
          </a:bodyPr>
          <a:lstStyle/>
          <a:p>
            <a:pPr>
              <a:defRPr/>
            </a:pP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前端網站開發人員證書</a:t>
            </a: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(CT288DS006)</a:t>
            </a:r>
            <a:r>
              <a:rPr lang="en-US" sz="1800">
                <a:latin typeface="Arial"/>
                <a:ea typeface="Times New Roman"/>
                <a:cs typeface="Times New Roman"/>
              </a:rPr>
              <a:t> -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Arial"/>
                <a:ea typeface="Times New Roman"/>
                <a:cs typeface="Times New Roman"/>
              </a:rPr>
              <a:t>網站開發專案</a:t>
            </a:r>
            <a:endParaRPr lang="en-US" sz="1800">
              <a:latin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開發者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HO Siu Hang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 (Desmond)  </a:t>
            </a: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學生編號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12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			</a:t>
            </a:r>
            <a:r>
              <a:rPr lang="zh-TW" sz="1800" b="0" i="0" u="none" strike="noStrike" cap="none" spc="0">
                <a:solidFill>
                  <a:srgbClr val="152BEB"/>
                </a:solidFill>
                <a:latin typeface="Arial"/>
                <a:ea typeface="Calibri"/>
                <a:cs typeface="Calibri"/>
              </a:rPr>
              <a:t>			闌珊相親</a:t>
            </a:r>
            <a:r>
              <a:rPr lang="en-US" sz="1800" b="0" i="0" u="none" strike="noStrike" cap="none" spc="0">
                <a:solidFill>
                  <a:srgbClr val="152BEB"/>
                </a:solidFill>
                <a:latin typeface="Arial"/>
                <a:ea typeface="Times New Roman"/>
                <a:cs typeface="Times New Roman"/>
              </a:rPr>
              <a:t>網站</a:t>
            </a:r>
            <a:endParaRPr sz="1800">
              <a:solidFill>
                <a:srgbClr val="0000FF"/>
              </a:solidFill>
              <a:latin typeface="Arial"/>
              <a:ea typeface="Calibri"/>
              <a:cs typeface="Calibri"/>
            </a:endParaRPr>
          </a:p>
        </p:txBody>
      </p:sp>
      <p:sp>
        <p:nvSpPr>
          <p:cNvPr id="833561851" name=""/>
          <p:cNvSpPr txBox="1"/>
          <p:nvPr/>
        </p:nvSpPr>
        <p:spPr bwMode="auto">
          <a:xfrm rot="0" flipH="0" flipV="0">
            <a:off x="10047726" y="713008"/>
            <a:ext cx="2053179" cy="43334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E1</a:t>
            </a: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首頁</a:t>
            </a:r>
            <a:endParaRPr sz="2200" b="0" i="0" u="none" strike="noStrike" cap="none" spc="0">
              <a:solidFill>
                <a:srgbClr val="C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1207864" name="Google Shape;20;p18"/>
          <p:cNvSpPr txBox="1">
            <a:spLocks noGrp="1"/>
          </p:cNvSpPr>
          <p:nvPr>
            <p:ph type="sldNum" idx="12"/>
          </p:nvPr>
        </p:nvSpPr>
        <p:spPr bwMode="auto">
          <a:xfrm>
            <a:off x="8610599" y="6356349"/>
            <a:ext cx="2743200" cy="365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3" tIns="45699" rIns="91423" bIns="45699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A72CAAD6-3277-CC55-59BF-133F44F7EF34}" type="slidenum">
              <a:rPr lang="en-US"/>
              <a:t>12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alphaModFix/>
          </a:blip>
          <a:tile algn="tl" flip="none" sx="100000" sy="100000" tx="0" ty="0"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cxnSp>
        <p:nvCxnSpPr>
          <p:cNvPr id="437143906" name="直線接點 4"/>
          <p:cNvCxnSpPr/>
          <p:nvPr/>
        </p:nvCxnSpPr>
        <p:spPr bwMode="auto">
          <a:xfrm flipV="1">
            <a:off x="0" y="584801"/>
            <a:ext cx="12191999" cy="65639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2301578" name="TextBox 20"/>
          <p:cNvSpPr txBox="1"/>
          <p:nvPr/>
        </p:nvSpPr>
        <p:spPr bwMode="auto">
          <a:xfrm>
            <a:off x="0" y="646290"/>
            <a:ext cx="8254399" cy="4726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Ｇ. 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線框圖(Wireframe)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(續)</a:t>
            </a:r>
            <a:endParaRPr lang="en-US" sz="2400"/>
          </a:p>
        </p:txBody>
      </p:sp>
      <p:sp>
        <p:nvSpPr>
          <p:cNvPr id="463349911" name="Slide Number Placeholder 1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C55B94CD-C29A-9E96-5ECE-87DBEE3C2E09}" type="slidenum">
              <a:rPr lang="en-US"/>
              <a:t>9</a:t>
            </a:fld>
            <a:endParaRPr lang="en-US"/>
          </a:p>
        </p:txBody>
      </p:sp>
      <p:sp>
        <p:nvSpPr>
          <p:cNvPr id="2119019421" name="Google Shape;90;p1"/>
          <p:cNvSpPr txBox="1"/>
          <p:nvPr/>
        </p:nvSpPr>
        <p:spPr bwMode="auto">
          <a:xfrm>
            <a:off x="-45717" y="-2890"/>
            <a:ext cx="12283434" cy="653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2" tIns="45698" rIns="91422" bIns="45698" anchor="t" anchorCtr="0">
            <a:spAutoFit/>
          </a:bodyPr>
          <a:lstStyle/>
          <a:p>
            <a:pPr>
              <a:defRPr/>
            </a:pP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前端網站開發人員證書</a:t>
            </a: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(CT288DS006)</a:t>
            </a:r>
            <a:r>
              <a:rPr lang="en-US" sz="1800">
                <a:latin typeface="Arial"/>
                <a:ea typeface="Times New Roman"/>
                <a:cs typeface="Times New Roman"/>
              </a:rPr>
              <a:t> -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Arial"/>
                <a:ea typeface="Times New Roman"/>
                <a:cs typeface="Times New Roman"/>
              </a:rPr>
              <a:t>網站開發專案</a:t>
            </a:r>
            <a:endParaRPr lang="en-US" sz="1800">
              <a:latin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開發者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HO Siu Hang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 (Desmond)  </a:t>
            </a: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學生編號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12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			</a:t>
            </a:r>
            <a:r>
              <a:rPr lang="zh-TW" sz="1800" b="0" i="0" u="none" strike="noStrike" cap="none" spc="0">
                <a:solidFill>
                  <a:srgbClr val="152BEB"/>
                </a:solidFill>
                <a:latin typeface="Arial"/>
                <a:ea typeface="Calibri"/>
                <a:cs typeface="Calibri"/>
              </a:rPr>
              <a:t>			闌珊相親</a:t>
            </a:r>
            <a:r>
              <a:rPr lang="en-US" sz="1800" b="0" i="0" u="none" strike="noStrike" cap="none" spc="0">
                <a:solidFill>
                  <a:srgbClr val="152BEB"/>
                </a:solidFill>
                <a:latin typeface="Arial"/>
                <a:ea typeface="Times New Roman"/>
                <a:cs typeface="Times New Roman"/>
              </a:rPr>
              <a:t>網站</a:t>
            </a:r>
            <a:endParaRPr sz="1800">
              <a:solidFill>
                <a:srgbClr val="0000FF"/>
              </a:solidFill>
              <a:latin typeface="Arial"/>
              <a:ea typeface="Calibri"/>
              <a:cs typeface="Calibri"/>
            </a:endParaRPr>
          </a:p>
        </p:txBody>
      </p:sp>
      <p:sp>
        <p:nvSpPr>
          <p:cNvPr id="1302601916" name=""/>
          <p:cNvSpPr txBox="1"/>
          <p:nvPr/>
        </p:nvSpPr>
        <p:spPr bwMode="auto">
          <a:xfrm rot="0" flipH="0" flipV="0">
            <a:off x="9470453" y="713007"/>
            <a:ext cx="2544220" cy="43334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E2</a:t>
            </a: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相親</a:t>
            </a: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查冊</a:t>
            </a:r>
            <a:endParaRPr sz="2200" b="0" i="0" u="none" strike="noStrike" cap="none" spc="0">
              <a:solidFill>
                <a:srgbClr val="C00000"/>
              </a:solidFill>
              <a:latin typeface="Arial"/>
              <a:ea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alphaModFix/>
          </a:blip>
          <a:tile algn="tl" flip="none" sx="100000" sy="100000" tx="0" ty="0"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cxnSp>
        <p:nvCxnSpPr>
          <p:cNvPr id="2079778812" name="直線接點 4"/>
          <p:cNvCxnSpPr/>
          <p:nvPr/>
        </p:nvCxnSpPr>
        <p:spPr bwMode="auto">
          <a:xfrm flipV="1">
            <a:off x="0" y="584801"/>
            <a:ext cx="12191999" cy="65639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6309416" name="TextBox 20"/>
          <p:cNvSpPr txBox="1"/>
          <p:nvPr/>
        </p:nvSpPr>
        <p:spPr bwMode="auto">
          <a:xfrm>
            <a:off x="0" y="646290"/>
            <a:ext cx="8254399" cy="4726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Ｇ. 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線框圖(Wireframe)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(續)</a:t>
            </a:r>
            <a:endParaRPr lang="en-US" sz="2400"/>
          </a:p>
        </p:txBody>
      </p:sp>
      <p:sp>
        <p:nvSpPr>
          <p:cNvPr id="1842128446" name="Slide Number Placeholder 1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9D2E57D1-62C7-A38D-FCC8-B07544DA7891}" type="slidenum">
              <a:rPr lang="en-US"/>
              <a:t>9</a:t>
            </a:fld>
            <a:endParaRPr lang="en-US"/>
          </a:p>
        </p:txBody>
      </p:sp>
      <p:sp>
        <p:nvSpPr>
          <p:cNvPr id="900428121" name="Google Shape;90;p1"/>
          <p:cNvSpPr txBox="1"/>
          <p:nvPr/>
        </p:nvSpPr>
        <p:spPr bwMode="auto">
          <a:xfrm>
            <a:off x="-45717" y="-2890"/>
            <a:ext cx="12283434" cy="653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2" tIns="45698" rIns="91422" bIns="45698" anchor="t" anchorCtr="0">
            <a:spAutoFit/>
          </a:bodyPr>
          <a:lstStyle/>
          <a:p>
            <a:pPr>
              <a:defRPr/>
            </a:pP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前端網站開發人員證書</a:t>
            </a: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(CT288DS006)</a:t>
            </a:r>
            <a:r>
              <a:rPr lang="en-US" sz="1800">
                <a:latin typeface="Arial"/>
                <a:ea typeface="Times New Roman"/>
                <a:cs typeface="Times New Roman"/>
              </a:rPr>
              <a:t> -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Arial"/>
                <a:ea typeface="Times New Roman"/>
                <a:cs typeface="Times New Roman"/>
              </a:rPr>
              <a:t>網站開發專案</a:t>
            </a:r>
            <a:endParaRPr lang="en-US" sz="1800">
              <a:latin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開發者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HO Siu Hang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 (Desmond)  </a:t>
            </a: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學生編號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12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			</a:t>
            </a:r>
            <a:r>
              <a:rPr lang="zh-TW" sz="1800" b="0" i="0" u="none" strike="noStrike" cap="none" spc="0">
                <a:solidFill>
                  <a:srgbClr val="152BEB"/>
                </a:solidFill>
                <a:latin typeface="Arial"/>
                <a:ea typeface="Calibri"/>
                <a:cs typeface="Calibri"/>
              </a:rPr>
              <a:t>			闌珊相親</a:t>
            </a:r>
            <a:r>
              <a:rPr lang="en-US" sz="1800" b="0" i="0" u="none" strike="noStrike" cap="none" spc="0">
                <a:solidFill>
                  <a:srgbClr val="152BEB"/>
                </a:solidFill>
                <a:latin typeface="Arial"/>
                <a:ea typeface="Times New Roman"/>
                <a:cs typeface="Times New Roman"/>
              </a:rPr>
              <a:t>網站</a:t>
            </a:r>
            <a:endParaRPr sz="1800">
              <a:solidFill>
                <a:srgbClr val="0000FF"/>
              </a:solidFill>
              <a:latin typeface="Arial"/>
              <a:ea typeface="Calibri"/>
              <a:cs typeface="Calibri"/>
            </a:endParaRPr>
          </a:p>
        </p:txBody>
      </p:sp>
      <p:sp>
        <p:nvSpPr>
          <p:cNvPr id="1002027356" name=""/>
          <p:cNvSpPr txBox="1"/>
          <p:nvPr/>
        </p:nvSpPr>
        <p:spPr bwMode="auto">
          <a:xfrm rot="0" flipH="0" flipV="0">
            <a:off x="9499316" y="713007"/>
            <a:ext cx="2601587" cy="43334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E3</a:t>
            </a:r>
            <a:r>
              <a:rPr lang="en-US" sz="2200" b="0" i="0" u="none" strike="noStrike" cap="none" spc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相親</a:t>
            </a: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叙</a:t>
            </a: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餐</a:t>
            </a:r>
            <a:endParaRPr sz="2200" b="0" i="0" u="none" strike="noStrike" cap="none" spc="0">
              <a:solidFill>
                <a:srgbClr val="C00000"/>
              </a:solidFill>
              <a:latin typeface="Times New Roman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alphaModFix/>
          </a:blip>
          <a:tile algn="tl" flip="none" sx="100000" sy="100000" tx="0" ty="0"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cxnSp>
        <p:nvCxnSpPr>
          <p:cNvPr id="2029731413" name="直線接點 4"/>
          <p:cNvCxnSpPr/>
          <p:nvPr/>
        </p:nvCxnSpPr>
        <p:spPr bwMode="auto">
          <a:xfrm flipV="1">
            <a:off x="0" y="584801"/>
            <a:ext cx="12191999" cy="65639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98731720" name="TextBox 20"/>
          <p:cNvSpPr txBox="1"/>
          <p:nvPr/>
        </p:nvSpPr>
        <p:spPr bwMode="auto">
          <a:xfrm>
            <a:off x="0" y="646290"/>
            <a:ext cx="8254399" cy="4726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Ｇ. 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線框圖(Wireframe)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(續)</a:t>
            </a:r>
            <a:endParaRPr lang="en-US" sz="2400"/>
          </a:p>
        </p:txBody>
      </p:sp>
      <p:sp>
        <p:nvSpPr>
          <p:cNvPr id="2068407263" name="Slide Number Placeholder 1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2DBF4CA7-1C73-D6F2-E514-34C25DB88F39}" type="slidenum">
              <a:rPr lang="en-US"/>
              <a:t>10</a:t>
            </a:fld>
            <a:endParaRPr lang="en-US"/>
          </a:p>
        </p:txBody>
      </p:sp>
      <p:sp>
        <p:nvSpPr>
          <p:cNvPr id="430760112" name="Google Shape;90;p1"/>
          <p:cNvSpPr txBox="1"/>
          <p:nvPr/>
        </p:nvSpPr>
        <p:spPr bwMode="auto">
          <a:xfrm>
            <a:off x="-45717" y="-2890"/>
            <a:ext cx="12283434" cy="653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2" tIns="45698" rIns="91422" bIns="45698" anchor="t" anchorCtr="0">
            <a:spAutoFit/>
          </a:bodyPr>
          <a:lstStyle/>
          <a:p>
            <a:pPr>
              <a:defRPr/>
            </a:pP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前端網站開發人員證書</a:t>
            </a: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(CT288DS006)</a:t>
            </a:r>
            <a:r>
              <a:rPr lang="en-US" sz="1800">
                <a:latin typeface="Arial"/>
                <a:ea typeface="Times New Roman"/>
                <a:cs typeface="Times New Roman"/>
              </a:rPr>
              <a:t> -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Arial"/>
                <a:ea typeface="Times New Roman"/>
                <a:cs typeface="Times New Roman"/>
              </a:rPr>
              <a:t>網站開發專案</a:t>
            </a:r>
            <a:endParaRPr lang="en-US" sz="1800">
              <a:latin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開發者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HO Siu Hang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 (Desmond)  </a:t>
            </a: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學生編號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12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			</a:t>
            </a:r>
            <a:r>
              <a:rPr lang="zh-TW" sz="1800" b="0" i="0" u="none" strike="noStrike" cap="none" spc="0">
                <a:solidFill>
                  <a:srgbClr val="152BEB"/>
                </a:solidFill>
                <a:latin typeface="Arial"/>
                <a:ea typeface="Calibri"/>
                <a:cs typeface="Calibri"/>
              </a:rPr>
              <a:t>			闌珊相親</a:t>
            </a:r>
            <a:r>
              <a:rPr lang="en-US" sz="1800" b="0" i="0" u="none" strike="noStrike" cap="none" spc="0">
                <a:solidFill>
                  <a:srgbClr val="152BEB"/>
                </a:solidFill>
                <a:latin typeface="Arial"/>
                <a:ea typeface="Times New Roman"/>
                <a:cs typeface="Times New Roman"/>
              </a:rPr>
              <a:t>網站</a:t>
            </a:r>
            <a:endParaRPr sz="1800">
              <a:solidFill>
                <a:srgbClr val="0000FF"/>
              </a:solidFill>
              <a:latin typeface="Arial"/>
              <a:ea typeface="Calibri"/>
              <a:cs typeface="Calibri"/>
            </a:endParaRPr>
          </a:p>
        </p:txBody>
      </p:sp>
      <p:sp>
        <p:nvSpPr>
          <p:cNvPr id="820017216" name=""/>
          <p:cNvSpPr txBox="1"/>
          <p:nvPr/>
        </p:nvSpPr>
        <p:spPr bwMode="auto">
          <a:xfrm rot="0" flipH="0" flipV="0">
            <a:off x="9730226" y="713007"/>
            <a:ext cx="2369957" cy="43334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E</a:t>
            </a: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4</a:t>
            </a:r>
            <a:r>
              <a:rPr lang="en-US" sz="2200" b="0" i="0" u="none" strike="noStrike" cap="none" spc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相親旅行</a:t>
            </a:r>
            <a:endParaRPr sz="2200" b="0" i="0" u="none" strike="noStrike" cap="none" spc="0">
              <a:solidFill>
                <a:srgbClr val="C00000"/>
              </a:solidFill>
              <a:latin typeface="Times New Roman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alphaModFix/>
          </a:blip>
          <a:tile algn="tl" flip="none" sx="100000" sy="100000" tx="0" ty="0"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cxnSp>
        <p:nvCxnSpPr>
          <p:cNvPr id="840745407" name="直線接點 4"/>
          <p:cNvCxnSpPr/>
          <p:nvPr/>
        </p:nvCxnSpPr>
        <p:spPr bwMode="auto">
          <a:xfrm flipV="1">
            <a:off x="0" y="584801"/>
            <a:ext cx="12191999" cy="65639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6044490" name="TextBox 20"/>
          <p:cNvSpPr txBox="1"/>
          <p:nvPr/>
        </p:nvSpPr>
        <p:spPr bwMode="auto">
          <a:xfrm>
            <a:off x="0" y="646290"/>
            <a:ext cx="8254399" cy="4726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Ｇ. 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線框圖(Wireframe)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(續)</a:t>
            </a:r>
            <a:endParaRPr lang="en-US" sz="2400"/>
          </a:p>
        </p:txBody>
      </p:sp>
      <p:sp>
        <p:nvSpPr>
          <p:cNvPr id="93564772" name="Slide Number Placeholder 1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40E0AF78-D249-6ED3-500A-D5189F4DB1B9}" type="slidenum">
              <a:rPr lang="en-US"/>
              <a:t>9</a:t>
            </a:fld>
            <a:endParaRPr lang="en-US"/>
          </a:p>
        </p:txBody>
      </p:sp>
      <p:sp>
        <p:nvSpPr>
          <p:cNvPr id="1437679937" name="Google Shape;90;p1"/>
          <p:cNvSpPr txBox="1"/>
          <p:nvPr/>
        </p:nvSpPr>
        <p:spPr bwMode="auto">
          <a:xfrm>
            <a:off x="-45717" y="-2890"/>
            <a:ext cx="12283434" cy="653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2" tIns="45698" rIns="91422" bIns="45698" anchor="t" anchorCtr="0">
            <a:spAutoFit/>
          </a:bodyPr>
          <a:lstStyle/>
          <a:p>
            <a:pPr>
              <a:defRPr/>
            </a:pP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前端網站開發人員證書</a:t>
            </a: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(CT288DS006)</a:t>
            </a:r>
            <a:r>
              <a:rPr lang="en-US" sz="1800">
                <a:latin typeface="Arial"/>
                <a:ea typeface="Times New Roman"/>
                <a:cs typeface="Times New Roman"/>
              </a:rPr>
              <a:t> -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Arial"/>
                <a:ea typeface="Times New Roman"/>
                <a:cs typeface="Times New Roman"/>
              </a:rPr>
              <a:t>網站開發專案</a:t>
            </a:r>
            <a:endParaRPr lang="en-US" sz="1800">
              <a:latin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開發者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HO Siu Hang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 (Desmond)  </a:t>
            </a: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學生編號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12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			</a:t>
            </a:r>
            <a:r>
              <a:rPr lang="zh-TW" sz="1800" b="0" i="0" u="none" strike="noStrike" cap="none" spc="0">
                <a:solidFill>
                  <a:srgbClr val="152BEB"/>
                </a:solidFill>
                <a:latin typeface="Arial"/>
                <a:ea typeface="Calibri"/>
                <a:cs typeface="Calibri"/>
              </a:rPr>
              <a:t>			闌珊相親</a:t>
            </a:r>
            <a:r>
              <a:rPr lang="en-US" sz="1800" b="0" i="0" u="none" strike="noStrike" cap="none" spc="0">
                <a:solidFill>
                  <a:srgbClr val="152BEB"/>
                </a:solidFill>
                <a:latin typeface="Arial"/>
                <a:ea typeface="Times New Roman"/>
                <a:cs typeface="Times New Roman"/>
              </a:rPr>
              <a:t>網站</a:t>
            </a:r>
            <a:endParaRPr sz="1800">
              <a:solidFill>
                <a:srgbClr val="0000FF"/>
              </a:solidFill>
              <a:latin typeface="Arial"/>
              <a:ea typeface="Calibri"/>
              <a:cs typeface="Calibri"/>
            </a:endParaRPr>
          </a:p>
        </p:txBody>
      </p:sp>
      <p:sp>
        <p:nvSpPr>
          <p:cNvPr id="448447866" name=""/>
          <p:cNvSpPr txBox="1"/>
          <p:nvPr/>
        </p:nvSpPr>
        <p:spPr bwMode="auto">
          <a:xfrm rot="0" flipH="0" flipV="0">
            <a:off x="9643635" y="713007"/>
            <a:ext cx="2457268" cy="43334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E5</a:t>
            </a:r>
            <a:r>
              <a:rPr lang="en-US" sz="2200" b="0" i="0" u="none" strike="noStrike" cap="none" spc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性格測試</a:t>
            </a:r>
            <a:endParaRPr sz="2200" b="0" i="0" u="none" strike="noStrike" cap="none" spc="0">
              <a:solidFill>
                <a:srgbClr val="C00000"/>
              </a:solidFill>
              <a:latin typeface="Times New Roman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alphaModFix/>
          </a:blip>
          <a:tile algn="tl" flip="none" sx="100000" sy="100000" tx="0" ty="0"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cxnSp>
        <p:nvCxnSpPr>
          <p:cNvPr id="2030181906" name="直線接點 4"/>
          <p:cNvCxnSpPr/>
          <p:nvPr/>
        </p:nvCxnSpPr>
        <p:spPr bwMode="auto">
          <a:xfrm flipV="1">
            <a:off x="0" y="584801"/>
            <a:ext cx="12191999" cy="65639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7900394" name="TextBox 20"/>
          <p:cNvSpPr txBox="1"/>
          <p:nvPr/>
        </p:nvSpPr>
        <p:spPr bwMode="auto">
          <a:xfrm>
            <a:off x="0" y="646290"/>
            <a:ext cx="8254399" cy="4726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Ｇ. 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線框圖(Wireframe)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(續)</a:t>
            </a:r>
            <a:endParaRPr lang="en-US" sz="2400"/>
          </a:p>
        </p:txBody>
      </p:sp>
      <p:sp>
        <p:nvSpPr>
          <p:cNvPr id="1767644964" name="Slide Number Placeholder 1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E67A392B-1777-A9CA-EED6-3A8453220C64}" type="slidenum">
              <a:rPr lang="en-US"/>
              <a:t>13</a:t>
            </a:fld>
            <a:endParaRPr lang="en-US"/>
          </a:p>
        </p:txBody>
      </p:sp>
      <p:sp>
        <p:nvSpPr>
          <p:cNvPr id="1985497775" name="Google Shape;90;p1"/>
          <p:cNvSpPr txBox="1"/>
          <p:nvPr/>
        </p:nvSpPr>
        <p:spPr bwMode="auto">
          <a:xfrm>
            <a:off x="-45717" y="-2890"/>
            <a:ext cx="12283434" cy="653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2" tIns="45698" rIns="91422" bIns="45698" anchor="t" anchorCtr="0">
            <a:spAutoFit/>
          </a:bodyPr>
          <a:lstStyle/>
          <a:p>
            <a:pPr>
              <a:defRPr/>
            </a:pP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前端網站開發人員證書</a:t>
            </a: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(CT288DS006)</a:t>
            </a:r>
            <a:r>
              <a:rPr lang="en-US" sz="1800">
                <a:latin typeface="Arial"/>
                <a:ea typeface="Times New Roman"/>
                <a:cs typeface="Times New Roman"/>
              </a:rPr>
              <a:t> -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Arial"/>
                <a:ea typeface="Times New Roman"/>
                <a:cs typeface="Times New Roman"/>
              </a:rPr>
              <a:t>網站開發專案</a:t>
            </a:r>
            <a:endParaRPr lang="en-US" sz="1800">
              <a:latin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開發者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HO Siu Hang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 (Desmond)  </a:t>
            </a: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學生編號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12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			</a:t>
            </a:r>
            <a:r>
              <a:rPr lang="zh-TW" sz="1800" b="0" i="0" u="none" strike="noStrike" cap="none" spc="0">
                <a:solidFill>
                  <a:srgbClr val="152BEB"/>
                </a:solidFill>
                <a:latin typeface="Arial"/>
                <a:ea typeface="Calibri"/>
                <a:cs typeface="Calibri"/>
              </a:rPr>
              <a:t>			闌珊相親</a:t>
            </a:r>
            <a:r>
              <a:rPr lang="en-US" sz="1800" b="0" i="0" u="none" strike="noStrike" cap="none" spc="0">
                <a:solidFill>
                  <a:srgbClr val="152BEB"/>
                </a:solidFill>
                <a:latin typeface="Arial"/>
                <a:ea typeface="Times New Roman"/>
                <a:cs typeface="Times New Roman"/>
              </a:rPr>
              <a:t>網站</a:t>
            </a:r>
            <a:endParaRPr sz="1800">
              <a:solidFill>
                <a:srgbClr val="0000FF"/>
              </a:solidFill>
              <a:latin typeface="Arial"/>
              <a:ea typeface="Calibri"/>
              <a:cs typeface="Calibri"/>
            </a:endParaRPr>
          </a:p>
        </p:txBody>
      </p:sp>
      <p:sp>
        <p:nvSpPr>
          <p:cNvPr id="1362136556" name=""/>
          <p:cNvSpPr txBox="1"/>
          <p:nvPr/>
        </p:nvSpPr>
        <p:spPr bwMode="auto">
          <a:xfrm rot="0" flipH="0" flipV="0">
            <a:off x="9095226" y="713007"/>
            <a:ext cx="3009278" cy="43137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200" b="0" i="0" u="none" strike="noStrike" cap="none" spc="0">
                <a:solidFill>
                  <a:srgbClr val="C00000"/>
                </a:solidFill>
                <a:latin typeface="Linux Biolinum O"/>
                <a:ea typeface="Linux Biolinum O"/>
                <a:cs typeface="Linux Biolinum O"/>
              </a:rPr>
              <a:t>E５.１</a:t>
            </a:r>
            <a:r>
              <a:rPr lang="en-US" sz="2200" b="0" i="0" u="none" strike="noStrike" cap="none" spc="0">
                <a:solidFill>
                  <a:srgbClr val="C00000"/>
                </a:solidFill>
                <a:latin typeface="Linux Biolinum O"/>
                <a:ea typeface="Linux Biolinum O"/>
                <a:cs typeface="Linux Biolinum O"/>
              </a:rPr>
              <a:t> </a:t>
            </a:r>
            <a:r>
              <a:rPr lang="en-US" sz="2200" b="0" i="0" u="none" strike="noStrike" cap="none" spc="0">
                <a:solidFill>
                  <a:srgbClr val="C00000"/>
                </a:solidFill>
                <a:latin typeface="Linux Biolinum O"/>
                <a:ea typeface="Linux Biolinum O"/>
                <a:cs typeface="Linux Biolinum O"/>
              </a:rPr>
              <a:t>九型人格</a:t>
            </a:r>
            <a:endParaRPr sz="2200" b="0" i="0" u="none" strike="noStrike" cap="none" spc="0">
              <a:solidFill>
                <a:srgbClr val="C00000"/>
              </a:solidFill>
              <a:latin typeface="Linux Biolinum O"/>
              <a:cs typeface="Linux Biolinum 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alphaModFix/>
          </a:blip>
          <a:tile algn="tl" flip="none" sx="100000" sy="100000" tx="0" ty="0"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cxnSp>
        <p:nvCxnSpPr>
          <p:cNvPr id="1809679413" name="直線接點 4"/>
          <p:cNvCxnSpPr/>
          <p:nvPr/>
        </p:nvCxnSpPr>
        <p:spPr bwMode="auto">
          <a:xfrm flipV="1">
            <a:off x="0" y="584801"/>
            <a:ext cx="12191999" cy="65639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9329151" name="TextBox 20"/>
          <p:cNvSpPr txBox="1"/>
          <p:nvPr/>
        </p:nvSpPr>
        <p:spPr bwMode="auto">
          <a:xfrm>
            <a:off x="0" y="646290"/>
            <a:ext cx="8254399" cy="4726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Ｇ. 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線框圖(Wireframe)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(續)</a:t>
            </a:r>
            <a:endParaRPr lang="en-US" sz="2400"/>
          </a:p>
        </p:txBody>
      </p:sp>
      <p:sp>
        <p:nvSpPr>
          <p:cNvPr id="238754754" name="Slide Number Placeholder 1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DE20D12F-6C8E-F212-650D-EADEB6281A46}" type="slidenum">
              <a:rPr lang="en-US"/>
              <a:t>14</a:t>
            </a:fld>
            <a:endParaRPr lang="en-US"/>
          </a:p>
        </p:txBody>
      </p:sp>
      <p:sp>
        <p:nvSpPr>
          <p:cNvPr id="669844967" name="Google Shape;90;p1"/>
          <p:cNvSpPr txBox="1"/>
          <p:nvPr/>
        </p:nvSpPr>
        <p:spPr bwMode="auto">
          <a:xfrm>
            <a:off x="-45717" y="-2890"/>
            <a:ext cx="12283434" cy="653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2" tIns="45698" rIns="91422" bIns="45698" anchor="t" anchorCtr="0">
            <a:spAutoFit/>
          </a:bodyPr>
          <a:lstStyle/>
          <a:p>
            <a:pPr>
              <a:defRPr/>
            </a:pP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前端網站開發人員證書</a:t>
            </a: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(CT288DS006)</a:t>
            </a:r>
            <a:r>
              <a:rPr lang="en-US" sz="1800">
                <a:latin typeface="Arial"/>
                <a:ea typeface="Times New Roman"/>
                <a:cs typeface="Times New Roman"/>
              </a:rPr>
              <a:t> -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Arial"/>
                <a:ea typeface="Times New Roman"/>
                <a:cs typeface="Times New Roman"/>
              </a:rPr>
              <a:t>網站開發專案</a:t>
            </a:r>
            <a:endParaRPr lang="en-US" sz="1800">
              <a:latin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開發者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HO Siu Hang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 (Desmond)  </a:t>
            </a: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學生編號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12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			</a:t>
            </a:r>
            <a:r>
              <a:rPr lang="zh-TW" sz="1800" b="0" i="0" u="none" strike="noStrike" cap="none" spc="0">
                <a:solidFill>
                  <a:srgbClr val="152BEB"/>
                </a:solidFill>
                <a:latin typeface="Arial"/>
                <a:ea typeface="Calibri"/>
                <a:cs typeface="Calibri"/>
              </a:rPr>
              <a:t>			闌珊相親</a:t>
            </a:r>
            <a:r>
              <a:rPr lang="en-US" sz="1800" b="0" i="0" u="none" strike="noStrike" cap="none" spc="0">
                <a:solidFill>
                  <a:srgbClr val="152BEB"/>
                </a:solidFill>
                <a:latin typeface="Arial"/>
                <a:ea typeface="Times New Roman"/>
                <a:cs typeface="Times New Roman"/>
              </a:rPr>
              <a:t>網站</a:t>
            </a:r>
            <a:endParaRPr sz="1800">
              <a:solidFill>
                <a:srgbClr val="0000FF"/>
              </a:solidFill>
              <a:latin typeface="Arial"/>
              <a:ea typeface="Calibri"/>
              <a:cs typeface="Calibri"/>
            </a:endParaRPr>
          </a:p>
        </p:txBody>
      </p:sp>
      <p:sp>
        <p:nvSpPr>
          <p:cNvPr id="1103749369" name=""/>
          <p:cNvSpPr txBox="1"/>
          <p:nvPr/>
        </p:nvSpPr>
        <p:spPr bwMode="auto">
          <a:xfrm rot="0" flipH="0" flipV="0">
            <a:off x="8691135" y="713007"/>
            <a:ext cx="3411567" cy="43946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200" b="0" i="0" u="none" strike="noStrike" cap="none" spc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E５.２ </a:t>
            </a: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Calibri"/>
                <a:cs typeface="Calibri"/>
              </a:rPr>
              <a:t>測試結果</a:t>
            </a:r>
            <a:endParaRPr sz="2200" b="0" i="0" u="none" strike="noStrike" cap="none" spc="0">
              <a:solidFill>
                <a:srgbClr val="C00000"/>
              </a:solidFill>
              <a:latin typeface="Times New Roman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alphaModFix/>
          </a:blip>
          <a:tile algn="tl" flip="none" sx="100000" sy="100000" tx="0" ty="0"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cxnSp>
        <p:nvCxnSpPr>
          <p:cNvPr id="1161161461" name="直線接點 4"/>
          <p:cNvCxnSpPr/>
          <p:nvPr/>
        </p:nvCxnSpPr>
        <p:spPr bwMode="auto">
          <a:xfrm flipV="1">
            <a:off x="0" y="584801"/>
            <a:ext cx="12191999" cy="65639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2421791" name="TextBox 20"/>
          <p:cNvSpPr txBox="1"/>
          <p:nvPr/>
        </p:nvSpPr>
        <p:spPr bwMode="auto">
          <a:xfrm>
            <a:off x="0" y="646290"/>
            <a:ext cx="8254399" cy="4726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Ｇ. 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線框圖(Wireframe)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(續)</a:t>
            </a:r>
            <a:endParaRPr lang="en-US" sz="2400"/>
          </a:p>
        </p:txBody>
      </p:sp>
      <p:sp>
        <p:nvSpPr>
          <p:cNvPr id="1740501950" name="Slide Number Placeholder 1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3CC19A87-9750-DA35-A6EC-3A46DE040463}" type="slidenum">
              <a:rPr lang="en-US"/>
              <a:t>10</a:t>
            </a:fld>
            <a:endParaRPr lang="en-US"/>
          </a:p>
        </p:txBody>
      </p:sp>
      <p:sp>
        <p:nvSpPr>
          <p:cNvPr id="1465968608" name="Google Shape;90;p1"/>
          <p:cNvSpPr txBox="1"/>
          <p:nvPr/>
        </p:nvSpPr>
        <p:spPr bwMode="auto">
          <a:xfrm>
            <a:off x="-45717" y="-2890"/>
            <a:ext cx="12283434" cy="653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2" tIns="45698" rIns="91422" bIns="45698" anchor="t" anchorCtr="0">
            <a:spAutoFit/>
          </a:bodyPr>
          <a:lstStyle/>
          <a:p>
            <a:pPr>
              <a:defRPr/>
            </a:pP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前端網站開發人員證書</a:t>
            </a: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(CT288DS006)</a:t>
            </a:r>
            <a:r>
              <a:rPr lang="en-US" sz="1800">
                <a:latin typeface="Arial"/>
                <a:ea typeface="Times New Roman"/>
                <a:cs typeface="Times New Roman"/>
              </a:rPr>
              <a:t> -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Arial"/>
                <a:ea typeface="Times New Roman"/>
                <a:cs typeface="Times New Roman"/>
              </a:rPr>
              <a:t>網站開發專案</a:t>
            </a:r>
            <a:endParaRPr lang="en-US" sz="1800">
              <a:latin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開發者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HO Siu Hang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 (Desmond)  </a:t>
            </a: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學生編號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12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			</a:t>
            </a:r>
            <a:r>
              <a:rPr lang="zh-TW" sz="1800" b="0" i="0" u="none" strike="noStrike" cap="none" spc="0">
                <a:solidFill>
                  <a:srgbClr val="152BEB"/>
                </a:solidFill>
                <a:latin typeface="Arial"/>
                <a:ea typeface="Calibri"/>
                <a:cs typeface="Calibri"/>
              </a:rPr>
              <a:t>			闌珊相親</a:t>
            </a:r>
            <a:r>
              <a:rPr lang="en-US" sz="1800" b="0" i="0" u="none" strike="noStrike" cap="none" spc="0">
                <a:solidFill>
                  <a:srgbClr val="152BEB"/>
                </a:solidFill>
                <a:latin typeface="Arial"/>
                <a:ea typeface="Times New Roman"/>
                <a:cs typeface="Times New Roman"/>
              </a:rPr>
              <a:t>網站</a:t>
            </a:r>
            <a:endParaRPr sz="1800">
              <a:solidFill>
                <a:srgbClr val="0000FF"/>
              </a:solidFill>
              <a:latin typeface="Arial"/>
              <a:ea typeface="Calibri"/>
              <a:cs typeface="Calibri"/>
            </a:endParaRPr>
          </a:p>
        </p:txBody>
      </p:sp>
      <p:sp>
        <p:nvSpPr>
          <p:cNvPr id="1703185351" name=""/>
          <p:cNvSpPr txBox="1"/>
          <p:nvPr/>
        </p:nvSpPr>
        <p:spPr bwMode="auto">
          <a:xfrm rot="0" flipH="0" flipV="0">
            <a:off x="9383862" y="713007"/>
            <a:ext cx="2715962" cy="43334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E6 </a:t>
            </a:r>
            <a:r>
              <a:rPr lang="zh-TW" sz="2200" b="0" i="0" u="none" strike="noStrike" cap="none" spc="0">
                <a:solidFill>
                  <a:srgbClr val="C00000"/>
                </a:solidFill>
                <a:latin typeface="Arial"/>
                <a:ea typeface="Calibri"/>
                <a:cs typeface="Calibri"/>
              </a:rPr>
              <a:t>闌</a:t>
            </a: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訊</a:t>
            </a: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安裝</a:t>
            </a:r>
            <a:endParaRPr sz="2200" b="0" i="0" u="none" strike="noStrike" cap="none" spc="0">
              <a:solidFill>
                <a:srgbClr val="C00000"/>
              </a:solidFill>
              <a:latin typeface="Times New Roman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alphaModFix/>
          </a:blip>
          <a:tile algn="tl" flip="none" sx="100000" sy="100000" tx="0" ty="0"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cxnSp>
        <p:nvCxnSpPr>
          <p:cNvPr id="819411221" name="直線接點 4"/>
          <p:cNvCxnSpPr/>
          <p:nvPr/>
        </p:nvCxnSpPr>
        <p:spPr bwMode="auto">
          <a:xfrm flipV="1">
            <a:off x="0" y="584801"/>
            <a:ext cx="12191999" cy="65639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1770725" name="TextBox 20"/>
          <p:cNvSpPr txBox="1"/>
          <p:nvPr/>
        </p:nvSpPr>
        <p:spPr bwMode="auto">
          <a:xfrm>
            <a:off x="0" y="646290"/>
            <a:ext cx="8254399" cy="4726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Ｇ. 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線框圖(Wireframe)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(續)</a:t>
            </a:r>
            <a:endParaRPr lang="en-US" sz="2400"/>
          </a:p>
        </p:txBody>
      </p:sp>
      <p:sp>
        <p:nvSpPr>
          <p:cNvPr id="2083178959" name="Slide Number Placeholder 1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ED9DB6B8-DA47-77F7-45D4-6A29CE5A2E01}" type="slidenum">
              <a:rPr lang="en-US"/>
              <a:t>11</a:t>
            </a:fld>
            <a:endParaRPr lang="en-US"/>
          </a:p>
        </p:txBody>
      </p:sp>
      <p:sp>
        <p:nvSpPr>
          <p:cNvPr id="1072407081" name="Google Shape;90;p1"/>
          <p:cNvSpPr txBox="1"/>
          <p:nvPr/>
        </p:nvSpPr>
        <p:spPr bwMode="auto">
          <a:xfrm>
            <a:off x="-45717" y="-2890"/>
            <a:ext cx="12283434" cy="653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2" tIns="45698" rIns="91422" bIns="45698" anchor="t" anchorCtr="0">
            <a:spAutoFit/>
          </a:bodyPr>
          <a:lstStyle/>
          <a:p>
            <a:pPr>
              <a:defRPr/>
            </a:pP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前端網站開發人員證書</a:t>
            </a: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(CT288DS006)</a:t>
            </a:r>
            <a:r>
              <a:rPr lang="en-US" sz="1800">
                <a:latin typeface="Arial"/>
                <a:ea typeface="Times New Roman"/>
                <a:cs typeface="Times New Roman"/>
              </a:rPr>
              <a:t> -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Arial"/>
                <a:ea typeface="Times New Roman"/>
                <a:cs typeface="Times New Roman"/>
              </a:rPr>
              <a:t>網站開發專案</a:t>
            </a:r>
            <a:endParaRPr lang="en-US" sz="1800">
              <a:latin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開發者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HO Siu Hang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 (Desmond)  </a:t>
            </a: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學生編號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12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			</a:t>
            </a:r>
            <a:r>
              <a:rPr lang="zh-TW" sz="1800" b="0" i="0" u="none" strike="noStrike" cap="none" spc="0">
                <a:solidFill>
                  <a:srgbClr val="152BEB"/>
                </a:solidFill>
                <a:latin typeface="Arial"/>
                <a:ea typeface="Calibri"/>
                <a:cs typeface="Calibri"/>
              </a:rPr>
              <a:t>			闌珊相親</a:t>
            </a:r>
            <a:r>
              <a:rPr lang="en-US" sz="1800" b="0" i="0" u="none" strike="noStrike" cap="none" spc="0">
                <a:solidFill>
                  <a:srgbClr val="152BEB"/>
                </a:solidFill>
                <a:latin typeface="Arial"/>
                <a:ea typeface="Times New Roman"/>
                <a:cs typeface="Times New Roman"/>
              </a:rPr>
              <a:t>網站</a:t>
            </a:r>
            <a:endParaRPr sz="1800">
              <a:solidFill>
                <a:srgbClr val="0000FF"/>
              </a:solidFill>
              <a:latin typeface="Arial"/>
              <a:ea typeface="Calibri"/>
              <a:cs typeface="Calibri"/>
            </a:endParaRPr>
          </a:p>
        </p:txBody>
      </p:sp>
      <p:sp>
        <p:nvSpPr>
          <p:cNvPr id="780573443" name=""/>
          <p:cNvSpPr txBox="1"/>
          <p:nvPr/>
        </p:nvSpPr>
        <p:spPr bwMode="auto">
          <a:xfrm rot="0" flipH="0" flipV="0">
            <a:off x="9427158" y="713007"/>
            <a:ext cx="2672667" cy="43334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E7</a:t>
            </a:r>
            <a:r>
              <a:rPr lang="en-US" sz="2200" b="0" i="0" u="none" strike="noStrike" cap="none" spc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搜尋</a:t>
            </a: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結果</a:t>
            </a:r>
            <a:endParaRPr sz="2200" b="0" i="0" u="none" strike="noStrike" cap="none" spc="0">
              <a:solidFill>
                <a:srgbClr val="C00000"/>
              </a:solidFill>
              <a:latin typeface="Times New Roman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alphaModFix/>
          </a:blip>
          <a:tile algn="tl" flip="none" sx="100000" sy="100000" tx="0" ty="0"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cxnSp>
        <p:nvCxnSpPr>
          <p:cNvPr id="1505547608" name="直線接點 4"/>
          <p:cNvCxnSpPr/>
          <p:nvPr/>
        </p:nvCxnSpPr>
        <p:spPr bwMode="auto">
          <a:xfrm flipV="1">
            <a:off x="0" y="584801"/>
            <a:ext cx="12191999" cy="65639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5856389" name="TextBox 20"/>
          <p:cNvSpPr txBox="1"/>
          <p:nvPr/>
        </p:nvSpPr>
        <p:spPr bwMode="auto">
          <a:xfrm>
            <a:off x="0" y="646290"/>
            <a:ext cx="8254399" cy="4726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Ｇ. 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線框圖(Wireframe)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(續)</a:t>
            </a:r>
            <a:endParaRPr lang="en-US" sz="2400"/>
          </a:p>
        </p:txBody>
      </p:sp>
      <p:sp>
        <p:nvSpPr>
          <p:cNvPr id="1803899123" name="Slide Number Placeholder 1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6E2BF517-10D4-E6E7-9929-71B41A3BC587}" type="slidenum">
              <a:rPr lang="en-US"/>
              <a:t>12</a:t>
            </a:fld>
            <a:endParaRPr lang="en-US"/>
          </a:p>
        </p:txBody>
      </p:sp>
      <p:sp>
        <p:nvSpPr>
          <p:cNvPr id="1431610016" name="Google Shape;90;p1"/>
          <p:cNvSpPr txBox="1"/>
          <p:nvPr/>
        </p:nvSpPr>
        <p:spPr bwMode="auto">
          <a:xfrm>
            <a:off x="-45717" y="-2890"/>
            <a:ext cx="12283434" cy="653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2" tIns="45698" rIns="91422" bIns="45698" anchor="t" anchorCtr="0">
            <a:spAutoFit/>
          </a:bodyPr>
          <a:lstStyle/>
          <a:p>
            <a:pPr>
              <a:defRPr/>
            </a:pP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前端網站開發人員證書</a:t>
            </a: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(CT288DS006)</a:t>
            </a:r>
            <a:r>
              <a:rPr lang="en-US" sz="1800">
                <a:latin typeface="Arial"/>
                <a:ea typeface="Times New Roman"/>
                <a:cs typeface="Times New Roman"/>
              </a:rPr>
              <a:t> -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Arial"/>
                <a:ea typeface="Times New Roman"/>
                <a:cs typeface="Times New Roman"/>
              </a:rPr>
              <a:t>網站開發專案</a:t>
            </a:r>
            <a:endParaRPr lang="en-US" sz="1800">
              <a:latin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開發者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HO Siu Hang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 (Desmond)  </a:t>
            </a: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學生編號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12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			</a:t>
            </a:r>
            <a:r>
              <a:rPr lang="zh-TW" sz="1800" b="0" i="0" u="none" strike="noStrike" cap="none" spc="0">
                <a:solidFill>
                  <a:srgbClr val="152BEB"/>
                </a:solidFill>
                <a:latin typeface="Arial"/>
                <a:ea typeface="Calibri"/>
                <a:cs typeface="Calibri"/>
              </a:rPr>
              <a:t>			闌珊相親</a:t>
            </a:r>
            <a:r>
              <a:rPr lang="en-US" sz="1800" b="0" i="0" u="none" strike="noStrike" cap="none" spc="0">
                <a:solidFill>
                  <a:srgbClr val="152BEB"/>
                </a:solidFill>
                <a:latin typeface="Arial"/>
                <a:ea typeface="Times New Roman"/>
                <a:cs typeface="Times New Roman"/>
              </a:rPr>
              <a:t>網站</a:t>
            </a:r>
            <a:endParaRPr sz="1800">
              <a:solidFill>
                <a:srgbClr val="0000FF"/>
              </a:solidFill>
              <a:latin typeface="Arial"/>
              <a:ea typeface="Calibri"/>
              <a:cs typeface="Calibri"/>
            </a:endParaRPr>
          </a:p>
        </p:txBody>
      </p:sp>
      <p:sp>
        <p:nvSpPr>
          <p:cNvPr id="450202310" name=""/>
          <p:cNvSpPr txBox="1"/>
          <p:nvPr/>
        </p:nvSpPr>
        <p:spPr bwMode="auto">
          <a:xfrm rot="0" flipH="0" flipV="0">
            <a:off x="9470453" y="713007"/>
            <a:ext cx="2629371" cy="43334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E8</a:t>
            </a:r>
            <a:r>
              <a:rPr lang="en-US" sz="2200" b="0" i="0" u="none" strike="noStrike" cap="none" spc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會員登入</a:t>
            </a:r>
            <a:endParaRPr sz="2200" b="0" i="0" u="none" strike="noStrike" cap="none" spc="0">
              <a:solidFill>
                <a:srgbClr val="C00000"/>
              </a:solidFill>
              <a:latin typeface="Times New Roman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alphaModFix/>
          </a:blip>
          <a:tile algn="tl" flip="none" sx="100000" sy="100000" tx="0" ty="0"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cxnSp>
        <p:nvCxnSpPr>
          <p:cNvPr id="1272545486" name="直線接點 4"/>
          <p:cNvCxnSpPr/>
          <p:nvPr/>
        </p:nvCxnSpPr>
        <p:spPr bwMode="auto">
          <a:xfrm flipV="1">
            <a:off x="0" y="584801"/>
            <a:ext cx="12191999" cy="65639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7387032" name="TextBox 20"/>
          <p:cNvSpPr txBox="1"/>
          <p:nvPr/>
        </p:nvSpPr>
        <p:spPr bwMode="auto">
          <a:xfrm>
            <a:off x="0" y="646290"/>
            <a:ext cx="8254399" cy="4726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Ｇ. 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線框圖(Wireframe)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(續)</a:t>
            </a:r>
            <a:endParaRPr lang="en-US" sz="2400"/>
          </a:p>
        </p:txBody>
      </p:sp>
      <p:sp>
        <p:nvSpPr>
          <p:cNvPr id="184664459" name="Slide Number Placeholder 1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C38E97F4-BE96-C93E-35EF-F50F45053744}" type="slidenum">
              <a:rPr lang="en-US"/>
              <a:t>9</a:t>
            </a:fld>
            <a:endParaRPr lang="en-US"/>
          </a:p>
        </p:txBody>
      </p:sp>
      <p:sp>
        <p:nvSpPr>
          <p:cNvPr id="717949914" name="Google Shape;90;p1"/>
          <p:cNvSpPr txBox="1"/>
          <p:nvPr/>
        </p:nvSpPr>
        <p:spPr bwMode="auto">
          <a:xfrm>
            <a:off x="-45717" y="-2890"/>
            <a:ext cx="12283434" cy="653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2" tIns="45698" rIns="91422" bIns="45698" anchor="t" anchorCtr="0">
            <a:spAutoFit/>
          </a:bodyPr>
          <a:lstStyle/>
          <a:p>
            <a:pPr>
              <a:defRPr/>
            </a:pP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前端網站開發人員證書</a:t>
            </a: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(CT288DS006)</a:t>
            </a:r>
            <a:r>
              <a:rPr lang="en-US" sz="1800">
                <a:latin typeface="Arial"/>
                <a:ea typeface="Times New Roman"/>
                <a:cs typeface="Times New Roman"/>
              </a:rPr>
              <a:t> -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Arial"/>
                <a:ea typeface="Times New Roman"/>
                <a:cs typeface="Times New Roman"/>
              </a:rPr>
              <a:t>網站開發專案</a:t>
            </a:r>
            <a:endParaRPr lang="en-US" sz="1800">
              <a:latin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開發者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HO Siu Hang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 (Desmond)  </a:t>
            </a: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學生編號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12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			</a:t>
            </a:r>
            <a:r>
              <a:rPr lang="zh-TW" sz="1800" b="0" i="0" u="none" strike="noStrike" cap="none" spc="0">
                <a:solidFill>
                  <a:srgbClr val="152BEB"/>
                </a:solidFill>
                <a:latin typeface="Arial"/>
                <a:ea typeface="Calibri"/>
                <a:cs typeface="Calibri"/>
              </a:rPr>
              <a:t>			闌珊相親</a:t>
            </a:r>
            <a:r>
              <a:rPr lang="en-US" sz="1800" b="0" i="0" u="none" strike="noStrike" cap="none" spc="0">
                <a:solidFill>
                  <a:srgbClr val="152BEB"/>
                </a:solidFill>
                <a:latin typeface="Arial"/>
                <a:ea typeface="Times New Roman"/>
                <a:cs typeface="Times New Roman"/>
              </a:rPr>
              <a:t>網站</a:t>
            </a:r>
            <a:endParaRPr sz="1800">
              <a:solidFill>
                <a:srgbClr val="0000FF"/>
              </a:solidFill>
              <a:latin typeface="Arial"/>
              <a:ea typeface="Calibri"/>
              <a:cs typeface="Calibri"/>
            </a:endParaRPr>
          </a:p>
        </p:txBody>
      </p:sp>
      <p:sp>
        <p:nvSpPr>
          <p:cNvPr id="362531973" name=""/>
          <p:cNvSpPr txBox="1"/>
          <p:nvPr/>
        </p:nvSpPr>
        <p:spPr bwMode="auto">
          <a:xfrm rot="0" flipH="0" flipV="0">
            <a:off x="9326135" y="713007"/>
            <a:ext cx="2774049" cy="43334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E</a:t>
            </a: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9</a:t>
            </a:r>
            <a:r>
              <a:rPr lang="en-US" sz="2200" b="0" i="0" u="none" strike="noStrike" cap="none" spc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其他服務</a:t>
            </a:r>
            <a:endParaRPr sz="2200" b="0" i="0" u="none" strike="noStrike" cap="none" spc="0">
              <a:solidFill>
                <a:srgbClr val="C00000"/>
              </a:solidFill>
              <a:latin typeface="Times New Roman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alphaModFix/>
          </a:blip>
          <a:tile algn="tl" flip="none" sx="100000" sy="100000" tx="0" ty="0"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cxnSp>
        <p:nvCxnSpPr>
          <p:cNvPr id="636264419" name="直線接點 4"/>
          <p:cNvCxnSpPr/>
          <p:nvPr/>
        </p:nvCxnSpPr>
        <p:spPr bwMode="auto">
          <a:xfrm flipV="1">
            <a:off x="0" y="584801"/>
            <a:ext cx="12191999" cy="65639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29896579" name="TextBox 20"/>
          <p:cNvSpPr txBox="1"/>
          <p:nvPr/>
        </p:nvSpPr>
        <p:spPr bwMode="auto">
          <a:xfrm>
            <a:off x="0" y="646290"/>
            <a:ext cx="8254399" cy="4726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Ｇ. 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線框圖(Wireframe)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(續)</a:t>
            </a:r>
            <a:endParaRPr lang="en-US" sz="2400"/>
          </a:p>
        </p:txBody>
      </p:sp>
      <p:sp>
        <p:nvSpPr>
          <p:cNvPr id="1500525996" name="Slide Number Placeholder 1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E3CA66D3-423D-B78A-FA33-ED1773C2BA2A}" type="slidenum">
              <a:rPr lang="en-US"/>
              <a:t>10</a:t>
            </a:fld>
            <a:endParaRPr lang="en-US"/>
          </a:p>
        </p:txBody>
      </p:sp>
      <p:sp>
        <p:nvSpPr>
          <p:cNvPr id="1187662534" name="Google Shape;90;p1"/>
          <p:cNvSpPr txBox="1"/>
          <p:nvPr/>
        </p:nvSpPr>
        <p:spPr bwMode="auto">
          <a:xfrm>
            <a:off x="-45717" y="-2890"/>
            <a:ext cx="12283434" cy="653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2" tIns="45698" rIns="91422" bIns="45698" anchor="t" anchorCtr="0">
            <a:spAutoFit/>
          </a:bodyPr>
          <a:lstStyle/>
          <a:p>
            <a:pPr>
              <a:defRPr/>
            </a:pP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前端網站開發人員證書</a:t>
            </a: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(CT288DS006)</a:t>
            </a:r>
            <a:r>
              <a:rPr lang="en-US" sz="1800">
                <a:latin typeface="Arial"/>
                <a:ea typeface="Times New Roman"/>
                <a:cs typeface="Times New Roman"/>
              </a:rPr>
              <a:t> -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Arial"/>
                <a:ea typeface="Times New Roman"/>
                <a:cs typeface="Times New Roman"/>
              </a:rPr>
              <a:t>網站開發專案</a:t>
            </a:r>
            <a:endParaRPr lang="en-US" sz="1800">
              <a:latin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開發者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HO Siu Hang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 (Desmond)  </a:t>
            </a: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學生編號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12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			</a:t>
            </a:r>
            <a:r>
              <a:rPr lang="zh-TW" sz="1800" b="0" i="0" u="none" strike="noStrike" cap="none" spc="0">
                <a:solidFill>
                  <a:srgbClr val="152BEB"/>
                </a:solidFill>
                <a:latin typeface="Arial"/>
                <a:ea typeface="Calibri"/>
                <a:cs typeface="Calibri"/>
              </a:rPr>
              <a:t>			闌珊相親</a:t>
            </a:r>
            <a:r>
              <a:rPr lang="en-US" sz="1800" b="0" i="0" u="none" strike="noStrike" cap="none" spc="0">
                <a:solidFill>
                  <a:srgbClr val="152BEB"/>
                </a:solidFill>
                <a:latin typeface="Arial"/>
                <a:ea typeface="Times New Roman"/>
                <a:cs typeface="Times New Roman"/>
              </a:rPr>
              <a:t>網站</a:t>
            </a:r>
            <a:endParaRPr sz="1800">
              <a:solidFill>
                <a:srgbClr val="0000FF"/>
              </a:solidFill>
              <a:latin typeface="Arial"/>
              <a:ea typeface="Calibri"/>
              <a:cs typeface="Calibri"/>
            </a:endParaRPr>
          </a:p>
        </p:txBody>
      </p:sp>
      <p:sp>
        <p:nvSpPr>
          <p:cNvPr id="2080756363" name=""/>
          <p:cNvSpPr txBox="1"/>
          <p:nvPr/>
        </p:nvSpPr>
        <p:spPr bwMode="auto">
          <a:xfrm rot="0" flipH="0" flipV="0">
            <a:off x="9152953" y="713007"/>
            <a:ext cx="2946510" cy="43946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200" b="0" i="0" u="none" strike="noStrike" cap="none" spc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E９.１</a:t>
            </a: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婚禮籌辦</a:t>
            </a:r>
            <a:endParaRPr sz="2200" b="0" i="0" u="none" strike="noStrike" cap="none" spc="0">
              <a:solidFill>
                <a:srgbClr val="C00000"/>
              </a:solidFill>
              <a:latin typeface="Times New Roman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alphaModFix/>
          </a:blip>
          <a:tile algn="tl" flip="none" sx="100000" sy="100000" tx="0" ty="0"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cxnSp>
        <p:nvCxnSpPr>
          <p:cNvPr id="1341701802" name="直線接點 4"/>
          <p:cNvCxnSpPr/>
          <p:nvPr/>
        </p:nvCxnSpPr>
        <p:spPr bwMode="auto">
          <a:xfrm flipV="1">
            <a:off x="0" y="584801"/>
            <a:ext cx="12191999" cy="65639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4618999" name="TextBox 20"/>
          <p:cNvSpPr txBox="1"/>
          <p:nvPr/>
        </p:nvSpPr>
        <p:spPr bwMode="auto">
          <a:xfrm>
            <a:off x="0" y="646290"/>
            <a:ext cx="8254399" cy="4726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Ｇ. 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線框圖(Wireframe)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(續)</a:t>
            </a:r>
            <a:endParaRPr lang="en-US" sz="2400"/>
          </a:p>
        </p:txBody>
      </p:sp>
      <p:sp>
        <p:nvSpPr>
          <p:cNvPr id="1322315616" name="Slide Number Placeholder 1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8072F0AD-C954-EB8A-0610-D1526B10C2CF}" type="slidenum">
              <a:rPr lang="en-US"/>
              <a:t>11</a:t>
            </a:fld>
            <a:endParaRPr lang="en-US"/>
          </a:p>
        </p:txBody>
      </p:sp>
      <p:sp>
        <p:nvSpPr>
          <p:cNvPr id="126031873" name="Google Shape;90;p1"/>
          <p:cNvSpPr txBox="1"/>
          <p:nvPr/>
        </p:nvSpPr>
        <p:spPr bwMode="auto">
          <a:xfrm>
            <a:off x="-45717" y="-2890"/>
            <a:ext cx="12283434" cy="653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2" tIns="45698" rIns="91422" bIns="45698" anchor="t" anchorCtr="0">
            <a:spAutoFit/>
          </a:bodyPr>
          <a:lstStyle/>
          <a:p>
            <a:pPr>
              <a:defRPr/>
            </a:pP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前端網站開發人員證書</a:t>
            </a: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(CT288DS006)</a:t>
            </a:r>
            <a:r>
              <a:rPr lang="en-US" sz="1800">
                <a:latin typeface="Arial"/>
                <a:ea typeface="Times New Roman"/>
                <a:cs typeface="Times New Roman"/>
              </a:rPr>
              <a:t> -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Arial"/>
                <a:ea typeface="Times New Roman"/>
                <a:cs typeface="Times New Roman"/>
              </a:rPr>
              <a:t>網站開發專案</a:t>
            </a:r>
            <a:endParaRPr lang="en-US" sz="1800">
              <a:latin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開發者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HO Siu Hang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 (Desmond)  </a:t>
            </a: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學生編號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12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			</a:t>
            </a:r>
            <a:r>
              <a:rPr lang="zh-TW" sz="1800" b="0" i="0" u="none" strike="noStrike" cap="none" spc="0">
                <a:solidFill>
                  <a:srgbClr val="152BEB"/>
                </a:solidFill>
                <a:latin typeface="Arial"/>
                <a:ea typeface="Calibri"/>
                <a:cs typeface="Calibri"/>
              </a:rPr>
              <a:t>			闌珊相親</a:t>
            </a:r>
            <a:r>
              <a:rPr lang="en-US" sz="1800" b="0" i="0" u="none" strike="noStrike" cap="none" spc="0">
                <a:solidFill>
                  <a:srgbClr val="152BEB"/>
                </a:solidFill>
                <a:latin typeface="Arial"/>
                <a:ea typeface="Times New Roman"/>
                <a:cs typeface="Times New Roman"/>
              </a:rPr>
              <a:t>網站</a:t>
            </a:r>
            <a:endParaRPr sz="1800">
              <a:solidFill>
                <a:srgbClr val="0000FF"/>
              </a:solidFill>
              <a:latin typeface="Arial"/>
              <a:ea typeface="Calibri"/>
              <a:cs typeface="Calibri"/>
            </a:endParaRPr>
          </a:p>
        </p:txBody>
      </p:sp>
      <p:sp>
        <p:nvSpPr>
          <p:cNvPr id="1347928534" name=""/>
          <p:cNvSpPr txBox="1"/>
          <p:nvPr/>
        </p:nvSpPr>
        <p:spPr bwMode="auto">
          <a:xfrm rot="0" flipH="0" flipV="0">
            <a:off x="8994204" y="713007"/>
            <a:ext cx="3105981" cy="43946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200" b="0" i="0" u="none" strike="noStrike" cap="none" spc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E９.２</a:t>
            </a: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心理輔導</a:t>
            </a:r>
            <a:endParaRPr sz="2200" b="0" i="0" u="none" strike="noStrike" cap="none" spc="0">
              <a:solidFill>
                <a:srgbClr val="C00000"/>
              </a:solidFill>
              <a:latin typeface="Times New Roman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alphaModFix/>
          </a:blip>
          <a:tile algn="tl" flip="none" sx="100000" sy="100000" tx="0" ty="0"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cxnSp>
        <p:nvCxnSpPr>
          <p:cNvPr id="737979260" name="直線接點 4"/>
          <p:cNvCxnSpPr/>
          <p:nvPr/>
        </p:nvCxnSpPr>
        <p:spPr bwMode="auto">
          <a:xfrm flipV="1">
            <a:off x="0" y="584801"/>
            <a:ext cx="12191999" cy="65639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2242201" name="TextBox 20"/>
          <p:cNvSpPr txBox="1"/>
          <p:nvPr/>
        </p:nvSpPr>
        <p:spPr bwMode="auto">
          <a:xfrm>
            <a:off x="0" y="646290"/>
            <a:ext cx="8254399" cy="4726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Ｇ. 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線框圖(Wireframe)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(續)</a:t>
            </a:r>
            <a:endParaRPr lang="en-US" sz="2400"/>
          </a:p>
        </p:txBody>
      </p:sp>
      <p:sp>
        <p:nvSpPr>
          <p:cNvPr id="1643514983" name="Slide Number Placeholder 1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FED896CB-D3FB-78E0-0693-BB2E84BAE14C}" type="slidenum">
              <a:rPr lang="en-US"/>
              <a:t>12</a:t>
            </a:fld>
            <a:endParaRPr lang="en-US"/>
          </a:p>
        </p:txBody>
      </p:sp>
      <p:sp>
        <p:nvSpPr>
          <p:cNvPr id="1515117920" name="Google Shape;90;p1"/>
          <p:cNvSpPr txBox="1"/>
          <p:nvPr/>
        </p:nvSpPr>
        <p:spPr bwMode="auto">
          <a:xfrm>
            <a:off x="-45717" y="-2890"/>
            <a:ext cx="12283434" cy="653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2" tIns="45698" rIns="91422" bIns="45698" anchor="t" anchorCtr="0">
            <a:spAutoFit/>
          </a:bodyPr>
          <a:lstStyle/>
          <a:p>
            <a:pPr>
              <a:defRPr/>
            </a:pP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前端網站開發人員證書</a:t>
            </a: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(CT288DS006)</a:t>
            </a:r>
            <a:r>
              <a:rPr lang="en-US" sz="1800">
                <a:latin typeface="Arial"/>
                <a:ea typeface="Times New Roman"/>
                <a:cs typeface="Times New Roman"/>
              </a:rPr>
              <a:t> -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Arial"/>
                <a:ea typeface="Times New Roman"/>
                <a:cs typeface="Times New Roman"/>
              </a:rPr>
              <a:t>網站開發專案</a:t>
            </a:r>
            <a:endParaRPr lang="en-US" sz="1800">
              <a:latin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開發者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HO Siu Hang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 (Desmond)  </a:t>
            </a: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學生編號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12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			</a:t>
            </a:r>
            <a:r>
              <a:rPr lang="zh-TW" sz="1800" b="0" i="0" u="none" strike="noStrike" cap="none" spc="0">
                <a:solidFill>
                  <a:srgbClr val="152BEB"/>
                </a:solidFill>
                <a:latin typeface="Arial"/>
                <a:ea typeface="Calibri"/>
                <a:cs typeface="Calibri"/>
              </a:rPr>
              <a:t>			闌珊相親</a:t>
            </a:r>
            <a:r>
              <a:rPr lang="en-US" sz="1800" b="0" i="0" u="none" strike="noStrike" cap="none" spc="0">
                <a:solidFill>
                  <a:srgbClr val="152BEB"/>
                </a:solidFill>
                <a:latin typeface="Arial"/>
                <a:ea typeface="Times New Roman"/>
                <a:cs typeface="Times New Roman"/>
              </a:rPr>
              <a:t>網站</a:t>
            </a:r>
            <a:endParaRPr sz="1800">
              <a:solidFill>
                <a:srgbClr val="0000FF"/>
              </a:solidFill>
              <a:latin typeface="Arial"/>
              <a:ea typeface="Calibri"/>
              <a:cs typeface="Calibri"/>
            </a:endParaRPr>
          </a:p>
        </p:txBody>
      </p:sp>
      <p:sp>
        <p:nvSpPr>
          <p:cNvPr id="828053554" name=""/>
          <p:cNvSpPr txBox="1"/>
          <p:nvPr/>
        </p:nvSpPr>
        <p:spPr bwMode="auto">
          <a:xfrm rot="0" flipH="0" flipV="0">
            <a:off x="9080794" y="713007"/>
            <a:ext cx="3019749" cy="43661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E９.３</a:t>
            </a:r>
            <a:r>
              <a:rPr lang="en-US" sz="2200" b="0" i="0" u="none" strike="noStrike" cap="none" spc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醫療</a:t>
            </a: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檢查</a:t>
            </a:r>
            <a:endParaRPr sz="2200" b="0" i="0" u="none" strike="noStrike" cap="none" spc="0">
              <a:solidFill>
                <a:srgbClr val="C00000"/>
              </a:solidFill>
              <a:latin typeface="Times New Roman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alphaModFix/>
          </a:blip>
          <a:tile algn="tl" flip="none" sx="100000" sy="100000" tx="0" ty="0"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cxnSp>
        <p:nvCxnSpPr>
          <p:cNvPr id="903700425" name="直線接點 4"/>
          <p:cNvCxnSpPr/>
          <p:nvPr/>
        </p:nvCxnSpPr>
        <p:spPr bwMode="auto">
          <a:xfrm flipV="1">
            <a:off x="0" y="584801"/>
            <a:ext cx="12191999" cy="65639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793541" name="TextBox 20"/>
          <p:cNvSpPr txBox="1"/>
          <p:nvPr/>
        </p:nvSpPr>
        <p:spPr bwMode="auto">
          <a:xfrm>
            <a:off x="0" y="646290"/>
            <a:ext cx="8254399" cy="4726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Ｇ. 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線框圖(Wireframe)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(續)</a:t>
            </a:r>
            <a:endParaRPr lang="en-US" sz="2400"/>
          </a:p>
        </p:txBody>
      </p:sp>
      <p:sp>
        <p:nvSpPr>
          <p:cNvPr id="1223617973" name="Slide Number Placeholder 1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4ABE8BCE-DAD1-E2FD-45D6-092F7CCF6AAF}" type="slidenum">
              <a:rPr lang="en-US"/>
              <a:t>13</a:t>
            </a:fld>
            <a:endParaRPr lang="en-US"/>
          </a:p>
        </p:txBody>
      </p:sp>
      <p:sp>
        <p:nvSpPr>
          <p:cNvPr id="939309681" name="Google Shape;90;p1"/>
          <p:cNvSpPr txBox="1"/>
          <p:nvPr/>
        </p:nvSpPr>
        <p:spPr bwMode="auto">
          <a:xfrm>
            <a:off x="-45717" y="-2890"/>
            <a:ext cx="12283434" cy="653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2" tIns="45698" rIns="91422" bIns="45698" anchor="t" anchorCtr="0">
            <a:spAutoFit/>
          </a:bodyPr>
          <a:lstStyle/>
          <a:p>
            <a:pPr>
              <a:defRPr/>
            </a:pP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前端網站開發人員證書</a:t>
            </a: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(CT288DS006)</a:t>
            </a:r>
            <a:r>
              <a:rPr lang="en-US" sz="1800">
                <a:latin typeface="Arial"/>
                <a:ea typeface="Times New Roman"/>
                <a:cs typeface="Times New Roman"/>
              </a:rPr>
              <a:t> -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Arial"/>
                <a:ea typeface="Times New Roman"/>
                <a:cs typeface="Times New Roman"/>
              </a:rPr>
              <a:t>網站開發專案</a:t>
            </a:r>
            <a:endParaRPr lang="en-US" sz="1800">
              <a:latin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開發者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HO Siu Hang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 (Desmond)  </a:t>
            </a: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學生編號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12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			</a:t>
            </a:r>
            <a:r>
              <a:rPr lang="zh-TW" sz="1800" b="0" i="0" u="none" strike="noStrike" cap="none" spc="0">
                <a:solidFill>
                  <a:srgbClr val="152BEB"/>
                </a:solidFill>
                <a:latin typeface="Arial"/>
                <a:ea typeface="Calibri"/>
                <a:cs typeface="Calibri"/>
              </a:rPr>
              <a:t>			闌珊相親</a:t>
            </a:r>
            <a:r>
              <a:rPr lang="en-US" sz="1800" b="0" i="0" u="none" strike="noStrike" cap="none" spc="0">
                <a:solidFill>
                  <a:srgbClr val="152BEB"/>
                </a:solidFill>
                <a:latin typeface="Arial"/>
                <a:ea typeface="Times New Roman"/>
                <a:cs typeface="Times New Roman"/>
              </a:rPr>
              <a:t>網站</a:t>
            </a:r>
            <a:endParaRPr sz="1800">
              <a:solidFill>
                <a:srgbClr val="0000FF"/>
              </a:solidFill>
              <a:latin typeface="Arial"/>
              <a:ea typeface="Calibri"/>
              <a:cs typeface="Calibri"/>
            </a:endParaRPr>
          </a:p>
        </p:txBody>
      </p:sp>
      <p:sp>
        <p:nvSpPr>
          <p:cNvPr id="811371155" name=""/>
          <p:cNvSpPr txBox="1"/>
          <p:nvPr/>
        </p:nvSpPr>
        <p:spPr bwMode="auto">
          <a:xfrm rot="0" flipH="0" flipV="0">
            <a:off x="9253976" y="713007"/>
            <a:ext cx="2845847" cy="43946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200" b="0" i="0" u="none" strike="noStrike" cap="none" spc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E９.４</a:t>
            </a: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 親子鑑定</a:t>
            </a:r>
            <a:endParaRPr sz="2200" b="0" i="0" u="none" strike="noStrike" cap="none" spc="0">
              <a:solidFill>
                <a:srgbClr val="C00000"/>
              </a:solidFill>
              <a:latin typeface="Times New Roman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alphaModFix/>
          </a:blip>
          <a:tile algn="tl" flip="none" sx="100000" sy="100000" tx="0" ty="0"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cxnSp>
        <p:nvCxnSpPr>
          <p:cNvPr id="842315534" name="直線接點 4"/>
          <p:cNvCxnSpPr/>
          <p:nvPr/>
        </p:nvCxnSpPr>
        <p:spPr bwMode="auto">
          <a:xfrm flipV="1">
            <a:off x="0" y="584801"/>
            <a:ext cx="12191999" cy="65639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3735291" name="TextBox 20"/>
          <p:cNvSpPr txBox="1"/>
          <p:nvPr/>
        </p:nvSpPr>
        <p:spPr bwMode="auto">
          <a:xfrm>
            <a:off x="0" y="646290"/>
            <a:ext cx="8254399" cy="4726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Ｇ. 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線框圖(Wireframe)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(續)</a:t>
            </a:r>
            <a:endParaRPr lang="en-US" sz="2400"/>
          </a:p>
        </p:txBody>
      </p:sp>
      <p:sp>
        <p:nvSpPr>
          <p:cNvPr id="376986569" name="Slide Number Placeholder 1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DE815401-E295-61CD-D697-847AF45102A2}" type="slidenum">
              <a:rPr lang="en-US"/>
              <a:t>14</a:t>
            </a:fld>
            <a:endParaRPr lang="en-US"/>
          </a:p>
        </p:txBody>
      </p:sp>
      <p:sp>
        <p:nvSpPr>
          <p:cNvPr id="662314662" name="Google Shape;90;p1"/>
          <p:cNvSpPr txBox="1"/>
          <p:nvPr/>
        </p:nvSpPr>
        <p:spPr bwMode="auto">
          <a:xfrm>
            <a:off x="-45717" y="-2890"/>
            <a:ext cx="12283434" cy="653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2" tIns="45698" rIns="91422" bIns="45698" anchor="t" anchorCtr="0">
            <a:spAutoFit/>
          </a:bodyPr>
          <a:lstStyle/>
          <a:p>
            <a:pPr>
              <a:defRPr/>
            </a:pP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前端網站開發人員證書</a:t>
            </a: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(CT288DS006)</a:t>
            </a:r>
            <a:r>
              <a:rPr lang="en-US" sz="1800">
                <a:latin typeface="Arial"/>
                <a:ea typeface="Times New Roman"/>
                <a:cs typeface="Times New Roman"/>
              </a:rPr>
              <a:t> -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Arial"/>
                <a:ea typeface="Times New Roman"/>
                <a:cs typeface="Times New Roman"/>
              </a:rPr>
              <a:t>網站開發專案</a:t>
            </a:r>
            <a:endParaRPr lang="en-US" sz="1800">
              <a:latin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開發者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HO Siu Hang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 (Desmond)  </a:t>
            </a: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學生編號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12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			</a:t>
            </a:r>
            <a:r>
              <a:rPr lang="zh-TW" sz="1800" b="0" i="0" u="none" strike="noStrike" cap="none" spc="0">
                <a:solidFill>
                  <a:srgbClr val="152BEB"/>
                </a:solidFill>
                <a:latin typeface="Arial"/>
                <a:ea typeface="Calibri"/>
                <a:cs typeface="Calibri"/>
              </a:rPr>
              <a:t>			闌珊相親</a:t>
            </a:r>
            <a:r>
              <a:rPr lang="en-US" sz="1800" b="0" i="0" u="none" strike="noStrike" cap="none" spc="0">
                <a:solidFill>
                  <a:srgbClr val="152BEB"/>
                </a:solidFill>
                <a:latin typeface="Arial"/>
                <a:ea typeface="Times New Roman"/>
                <a:cs typeface="Times New Roman"/>
              </a:rPr>
              <a:t>網站</a:t>
            </a:r>
            <a:endParaRPr sz="1800">
              <a:solidFill>
                <a:srgbClr val="0000FF"/>
              </a:solidFill>
              <a:latin typeface="Arial"/>
              <a:ea typeface="Calibri"/>
              <a:cs typeface="Calibri"/>
            </a:endParaRPr>
          </a:p>
        </p:txBody>
      </p:sp>
      <p:sp>
        <p:nvSpPr>
          <p:cNvPr id="1646037495" name=""/>
          <p:cNvSpPr txBox="1"/>
          <p:nvPr/>
        </p:nvSpPr>
        <p:spPr bwMode="auto">
          <a:xfrm rot="0" flipH="0" flipV="0">
            <a:off x="9369430" y="713007"/>
            <a:ext cx="2730754" cy="43946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200" b="0" i="0" u="none" strike="noStrike" cap="none" spc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E９.５</a:t>
            </a:r>
            <a:r>
              <a:rPr lang="en-US" sz="2200" b="0" i="0" u="none" strike="noStrike" cap="none" spc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分手</a:t>
            </a:r>
            <a:endParaRPr sz="2200" b="0" i="0" u="none" strike="noStrike" cap="none" spc="0">
              <a:solidFill>
                <a:srgbClr val="C00000"/>
              </a:solidFill>
              <a:latin typeface="Times New Roman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alphaModFix/>
          </a:blip>
          <a:tile algn="tl" flip="none" sx="100000" sy="100000" tx="0" ty="0"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cxnSp>
        <p:nvCxnSpPr>
          <p:cNvPr id="1507821663" name="直線接點 4"/>
          <p:cNvCxnSpPr/>
          <p:nvPr/>
        </p:nvCxnSpPr>
        <p:spPr bwMode="auto">
          <a:xfrm flipV="1">
            <a:off x="0" y="584801"/>
            <a:ext cx="12191999" cy="65639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93920020" name="TextBox 20"/>
          <p:cNvSpPr txBox="1"/>
          <p:nvPr/>
        </p:nvSpPr>
        <p:spPr bwMode="auto">
          <a:xfrm>
            <a:off x="0" y="646290"/>
            <a:ext cx="8254399" cy="4726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Ｇ. 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線框圖(Wireframe)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(續)</a:t>
            </a:r>
            <a:endParaRPr lang="en-US" sz="2400"/>
          </a:p>
        </p:txBody>
      </p:sp>
      <p:sp>
        <p:nvSpPr>
          <p:cNvPr id="790834170" name="Slide Number Placeholder 1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A2EDE457-7909-0CBB-B921-9B87A4B610F5}" type="slidenum">
              <a:rPr lang="en-US"/>
              <a:t>15</a:t>
            </a:fld>
            <a:endParaRPr lang="en-US"/>
          </a:p>
        </p:txBody>
      </p:sp>
      <p:sp>
        <p:nvSpPr>
          <p:cNvPr id="946261331" name="Google Shape;90;p1"/>
          <p:cNvSpPr txBox="1"/>
          <p:nvPr/>
        </p:nvSpPr>
        <p:spPr bwMode="auto">
          <a:xfrm>
            <a:off x="-45717" y="-2890"/>
            <a:ext cx="12283434" cy="653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2" tIns="45698" rIns="91422" bIns="45698" anchor="t" anchorCtr="0">
            <a:spAutoFit/>
          </a:bodyPr>
          <a:lstStyle/>
          <a:p>
            <a:pPr>
              <a:defRPr/>
            </a:pP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前端網站開發人員證書</a:t>
            </a: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(CT288DS006)</a:t>
            </a:r>
            <a:r>
              <a:rPr lang="en-US" sz="1800">
                <a:latin typeface="Arial"/>
                <a:ea typeface="Times New Roman"/>
                <a:cs typeface="Times New Roman"/>
              </a:rPr>
              <a:t> -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Arial"/>
                <a:ea typeface="Times New Roman"/>
                <a:cs typeface="Times New Roman"/>
              </a:rPr>
              <a:t>網站開發專案</a:t>
            </a:r>
            <a:endParaRPr lang="en-US" sz="1800">
              <a:latin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開發者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HO Siu Hang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 (Desmond)  </a:t>
            </a: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學生編號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12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			</a:t>
            </a:r>
            <a:r>
              <a:rPr lang="zh-TW" sz="1800" b="0" i="0" u="none" strike="noStrike" cap="none" spc="0">
                <a:solidFill>
                  <a:srgbClr val="152BEB"/>
                </a:solidFill>
                <a:latin typeface="Arial"/>
                <a:ea typeface="Calibri"/>
                <a:cs typeface="Calibri"/>
              </a:rPr>
              <a:t>			闌珊相親</a:t>
            </a:r>
            <a:r>
              <a:rPr lang="en-US" sz="1800" b="0" i="0" u="none" strike="noStrike" cap="none" spc="0">
                <a:solidFill>
                  <a:srgbClr val="152BEB"/>
                </a:solidFill>
                <a:latin typeface="Arial"/>
                <a:ea typeface="Times New Roman"/>
                <a:cs typeface="Times New Roman"/>
              </a:rPr>
              <a:t>網站</a:t>
            </a:r>
            <a:endParaRPr sz="1800">
              <a:solidFill>
                <a:srgbClr val="0000FF"/>
              </a:solidFill>
              <a:latin typeface="Arial"/>
              <a:ea typeface="Calibri"/>
              <a:cs typeface="Calibri"/>
            </a:endParaRPr>
          </a:p>
        </p:txBody>
      </p:sp>
      <p:sp>
        <p:nvSpPr>
          <p:cNvPr id="710305489" name=""/>
          <p:cNvSpPr txBox="1"/>
          <p:nvPr/>
        </p:nvSpPr>
        <p:spPr bwMode="auto">
          <a:xfrm rot="0" flipH="0" flipV="0">
            <a:off x="9066362" y="713007"/>
            <a:ext cx="3034541" cy="43946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200" b="0" i="0" u="none" strike="noStrike" cap="none" spc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E９.６</a:t>
            </a: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 遺產繼承</a:t>
            </a:r>
            <a:endParaRPr sz="2200" b="0" i="0" u="none" strike="noStrike" cap="none" spc="0">
              <a:solidFill>
                <a:srgbClr val="C00000"/>
              </a:solidFill>
              <a:latin typeface="Times New Roman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alphaModFix/>
          </a:blip>
          <a:tile algn="tl" flip="none" sx="100000" sy="100000" tx="0" ty="0"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cxnSp>
        <p:nvCxnSpPr>
          <p:cNvPr id="61562002" name="直線接點 4"/>
          <p:cNvCxnSpPr/>
          <p:nvPr/>
        </p:nvCxnSpPr>
        <p:spPr bwMode="auto">
          <a:xfrm flipV="1">
            <a:off x="0" y="584801"/>
            <a:ext cx="12191999" cy="65639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4203587" name="TextBox 20"/>
          <p:cNvSpPr txBox="1"/>
          <p:nvPr/>
        </p:nvSpPr>
        <p:spPr bwMode="auto">
          <a:xfrm>
            <a:off x="0" y="646290"/>
            <a:ext cx="8254399" cy="4726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Ｇ. 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線框圖(Wireframe)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(續)</a:t>
            </a:r>
            <a:endParaRPr lang="en-US" sz="2400"/>
          </a:p>
        </p:txBody>
      </p:sp>
      <p:sp>
        <p:nvSpPr>
          <p:cNvPr id="860798512" name="Slide Number Placeholder 1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A6690C1F-135C-3C43-7F8A-4A2195BBF3FA}" type="slidenum">
              <a:rPr lang="en-US"/>
              <a:t>16</a:t>
            </a:fld>
            <a:endParaRPr lang="en-US"/>
          </a:p>
        </p:txBody>
      </p:sp>
      <p:sp>
        <p:nvSpPr>
          <p:cNvPr id="1567160101" name="Google Shape;90;p1"/>
          <p:cNvSpPr txBox="1"/>
          <p:nvPr/>
        </p:nvSpPr>
        <p:spPr bwMode="auto">
          <a:xfrm>
            <a:off x="-45717" y="-2890"/>
            <a:ext cx="12283434" cy="653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2" tIns="45698" rIns="91422" bIns="45698" anchor="t" anchorCtr="0">
            <a:spAutoFit/>
          </a:bodyPr>
          <a:lstStyle/>
          <a:p>
            <a:pPr>
              <a:defRPr/>
            </a:pP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前端網站開發人員證書</a:t>
            </a: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(CT288DS006)</a:t>
            </a:r>
            <a:r>
              <a:rPr lang="en-US" sz="1800">
                <a:latin typeface="Arial"/>
                <a:ea typeface="Times New Roman"/>
                <a:cs typeface="Times New Roman"/>
              </a:rPr>
              <a:t> -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Arial"/>
                <a:ea typeface="Times New Roman"/>
                <a:cs typeface="Times New Roman"/>
              </a:rPr>
              <a:t>網站開發專案</a:t>
            </a:r>
            <a:endParaRPr lang="en-US" sz="1800">
              <a:latin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開發者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HO Siu Hang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 (Desmond)  </a:t>
            </a: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學生編號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12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			</a:t>
            </a:r>
            <a:r>
              <a:rPr lang="zh-TW" sz="1800" b="0" i="0" u="none" strike="noStrike" cap="none" spc="0">
                <a:solidFill>
                  <a:srgbClr val="152BEB"/>
                </a:solidFill>
                <a:latin typeface="Arial"/>
                <a:ea typeface="Calibri"/>
                <a:cs typeface="Calibri"/>
              </a:rPr>
              <a:t>			闌珊相親</a:t>
            </a:r>
            <a:r>
              <a:rPr lang="en-US" sz="1800" b="0" i="0" u="none" strike="noStrike" cap="none" spc="0">
                <a:solidFill>
                  <a:srgbClr val="152BEB"/>
                </a:solidFill>
                <a:latin typeface="Arial"/>
                <a:ea typeface="Times New Roman"/>
                <a:cs typeface="Times New Roman"/>
              </a:rPr>
              <a:t>網站</a:t>
            </a:r>
            <a:endParaRPr sz="1800">
              <a:solidFill>
                <a:srgbClr val="0000FF"/>
              </a:solidFill>
              <a:latin typeface="Arial"/>
              <a:ea typeface="Calibri"/>
              <a:cs typeface="Calibri"/>
            </a:endParaRPr>
          </a:p>
        </p:txBody>
      </p:sp>
      <p:sp>
        <p:nvSpPr>
          <p:cNvPr id="294967491" name=""/>
          <p:cNvSpPr txBox="1"/>
          <p:nvPr/>
        </p:nvSpPr>
        <p:spPr bwMode="auto">
          <a:xfrm rot="0" flipH="0" flipV="0">
            <a:off x="8965339" y="713007"/>
            <a:ext cx="3135564" cy="43334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Calibri"/>
                <a:cs typeface="Calibri"/>
              </a:rPr>
              <a:t>E10 </a:t>
            </a:r>
            <a:r>
              <a:rPr lang="zh-TW" sz="2200" b="0" i="0" u="none" strike="noStrike" cap="none" spc="0">
                <a:solidFill>
                  <a:srgbClr val="C00000"/>
                </a:solidFill>
                <a:latin typeface="Arial"/>
                <a:ea typeface="Calibri"/>
                <a:cs typeface="Calibri"/>
              </a:rPr>
              <a:t>闌珊</a:t>
            </a:r>
            <a:r>
              <a:rPr lang="en-US" sz="2200" b="0" i="0" u="none" strike="noStrike" cap="none" spc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月刊</a:t>
            </a:r>
            <a:endParaRPr sz="2200" b="0" i="0" u="none" strike="noStrike" cap="none" spc="0">
              <a:solidFill>
                <a:srgbClr val="C00000"/>
              </a:solidFill>
              <a:latin typeface="Times New Roman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alphaModFix/>
          </a:blip>
          <a:tile algn="tl" flip="none" sx="100000" sy="100000" tx="0" ty="0"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cxnSp>
        <p:nvCxnSpPr>
          <p:cNvPr id="1265507264" name="直線接點 4"/>
          <p:cNvCxnSpPr/>
          <p:nvPr/>
        </p:nvCxnSpPr>
        <p:spPr bwMode="auto">
          <a:xfrm flipV="1">
            <a:off x="0" y="584801"/>
            <a:ext cx="12191999" cy="65639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44589260" name="TextBox 20"/>
          <p:cNvSpPr txBox="1"/>
          <p:nvPr/>
        </p:nvSpPr>
        <p:spPr bwMode="auto">
          <a:xfrm>
            <a:off x="0" y="646290"/>
            <a:ext cx="8254399" cy="4726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Ｇ. 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線框圖(Wireframe)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(續)</a:t>
            </a:r>
            <a:endParaRPr lang="en-US" sz="2400"/>
          </a:p>
        </p:txBody>
      </p:sp>
      <p:sp>
        <p:nvSpPr>
          <p:cNvPr id="540990838" name="Slide Number Placeholder 1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51729224-30AA-A2C7-84D3-01C49BAA8EE6}" type="slidenum">
              <a:rPr lang="en-US"/>
              <a:t>9</a:t>
            </a:fld>
            <a:endParaRPr lang="en-US"/>
          </a:p>
        </p:txBody>
      </p:sp>
      <p:sp>
        <p:nvSpPr>
          <p:cNvPr id="2056021431" name="Google Shape;90;p1"/>
          <p:cNvSpPr txBox="1"/>
          <p:nvPr/>
        </p:nvSpPr>
        <p:spPr bwMode="auto">
          <a:xfrm>
            <a:off x="-45717" y="-2890"/>
            <a:ext cx="12283434" cy="653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2" tIns="45698" rIns="91422" bIns="45698" anchor="t" anchorCtr="0">
            <a:spAutoFit/>
          </a:bodyPr>
          <a:lstStyle/>
          <a:p>
            <a:pPr>
              <a:defRPr/>
            </a:pP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前端網站開發人員證書</a:t>
            </a: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(CT288DS006)</a:t>
            </a:r>
            <a:r>
              <a:rPr lang="en-US" sz="1800">
                <a:latin typeface="Arial"/>
                <a:ea typeface="Times New Roman"/>
                <a:cs typeface="Times New Roman"/>
              </a:rPr>
              <a:t> -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Arial"/>
                <a:ea typeface="Times New Roman"/>
                <a:cs typeface="Times New Roman"/>
              </a:rPr>
              <a:t>網站開發專案</a:t>
            </a:r>
            <a:endParaRPr lang="en-US" sz="1800">
              <a:latin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開發者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HO Siu Hang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 (Desmond)  </a:t>
            </a: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學生編號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12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			</a:t>
            </a:r>
            <a:r>
              <a:rPr lang="zh-TW" sz="1800" b="0" i="0" u="none" strike="noStrike" cap="none" spc="0">
                <a:solidFill>
                  <a:srgbClr val="152BEB"/>
                </a:solidFill>
                <a:latin typeface="Arial"/>
                <a:ea typeface="Calibri"/>
                <a:cs typeface="Calibri"/>
              </a:rPr>
              <a:t>			闌珊相親</a:t>
            </a:r>
            <a:r>
              <a:rPr lang="en-US" sz="1800" b="0" i="0" u="none" strike="noStrike" cap="none" spc="0">
                <a:solidFill>
                  <a:srgbClr val="152BEB"/>
                </a:solidFill>
                <a:latin typeface="Arial"/>
                <a:ea typeface="Times New Roman"/>
                <a:cs typeface="Times New Roman"/>
              </a:rPr>
              <a:t>網站</a:t>
            </a:r>
            <a:endParaRPr sz="1800">
              <a:solidFill>
                <a:srgbClr val="0000FF"/>
              </a:solidFill>
              <a:latin typeface="Arial"/>
              <a:ea typeface="Calibri"/>
              <a:cs typeface="Calibri"/>
            </a:endParaRPr>
          </a:p>
        </p:txBody>
      </p:sp>
      <p:sp>
        <p:nvSpPr>
          <p:cNvPr id="2103131974" name=""/>
          <p:cNvSpPr txBox="1"/>
          <p:nvPr/>
        </p:nvSpPr>
        <p:spPr bwMode="auto">
          <a:xfrm rot="0" flipH="0" flipV="0">
            <a:off x="9354998" y="713007"/>
            <a:ext cx="2745904" cy="43334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Calibri"/>
                <a:cs typeface="Calibri"/>
              </a:rPr>
              <a:t>E11 </a:t>
            </a: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關於我們</a:t>
            </a:r>
            <a:endParaRPr sz="2200" b="0" i="0" u="none" strike="noStrike" cap="none" spc="0">
              <a:solidFill>
                <a:srgbClr val="C00000"/>
              </a:solidFill>
              <a:latin typeface="Times New Roman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alphaModFix/>
          </a:blip>
          <a:tile algn="tl" flip="none" sx="100000" sy="100000" tx="0" ty="0"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cxnSp>
        <p:nvCxnSpPr>
          <p:cNvPr id="1101923896" name="直線接點 4"/>
          <p:cNvCxnSpPr/>
          <p:nvPr/>
        </p:nvCxnSpPr>
        <p:spPr bwMode="auto">
          <a:xfrm flipV="1">
            <a:off x="0" y="584801"/>
            <a:ext cx="12191999" cy="65639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40791" name="TextBox 20"/>
          <p:cNvSpPr txBox="1"/>
          <p:nvPr/>
        </p:nvSpPr>
        <p:spPr bwMode="auto">
          <a:xfrm>
            <a:off x="0" y="646290"/>
            <a:ext cx="8254399" cy="4726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Ｇ. 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線框圖(Wireframe)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(續)</a:t>
            </a:r>
            <a:endParaRPr lang="en-US" sz="2400"/>
          </a:p>
        </p:txBody>
      </p:sp>
      <p:sp>
        <p:nvSpPr>
          <p:cNvPr id="762919036" name="Slide Number Placeholder 1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8EC350BE-6C62-CFC3-B0DD-752BCDFB8136}" type="slidenum">
              <a:rPr lang="en-US"/>
              <a:t>10</a:t>
            </a:fld>
            <a:endParaRPr lang="en-US"/>
          </a:p>
        </p:txBody>
      </p:sp>
      <p:sp>
        <p:nvSpPr>
          <p:cNvPr id="1941337189" name="Google Shape;90;p1"/>
          <p:cNvSpPr txBox="1"/>
          <p:nvPr/>
        </p:nvSpPr>
        <p:spPr bwMode="auto">
          <a:xfrm>
            <a:off x="-45717" y="-2890"/>
            <a:ext cx="12283434" cy="653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2" tIns="45698" rIns="91422" bIns="45698" anchor="t" anchorCtr="0">
            <a:spAutoFit/>
          </a:bodyPr>
          <a:lstStyle/>
          <a:p>
            <a:pPr>
              <a:defRPr/>
            </a:pP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前端網站開發人員證書</a:t>
            </a: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(CT288DS006)</a:t>
            </a:r>
            <a:r>
              <a:rPr lang="en-US" sz="1800">
                <a:latin typeface="Arial"/>
                <a:ea typeface="Times New Roman"/>
                <a:cs typeface="Times New Roman"/>
              </a:rPr>
              <a:t> -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Arial"/>
                <a:ea typeface="Times New Roman"/>
                <a:cs typeface="Times New Roman"/>
              </a:rPr>
              <a:t>網站開發專案</a:t>
            </a:r>
            <a:endParaRPr lang="en-US" sz="1800">
              <a:latin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開發者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HO Siu Hang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 (Desmond)  </a:t>
            </a: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學生編號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12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			</a:t>
            </a:r>
            <a:r>
              <a:rPr lang="zh-TW" sz="1800" b="0" i="0" u="none" strike="noStrike" cap="none" spc="0">
                <a:solidFill>
                  <a:srgbClr val="152BEB"/>
                </a:solidFill>
                <a:latin typeface="Arial"/>
                <a:ea typeface="Calibri"/>
                <a:cs typeface="Calibri"/>
              </a:rPr>
              <a:t>			闌珊相親</a:t>
            </a:r>
            <a:r>
              <a:rPr lang="en-US" sz="1800" b="0" i="0" u="none" strike="noStrike" cap="none" spc="0">
                <a:solidFill>
                  <a:srgbClr val="152BEB"/>
                </a:solidFill>
                <a:latin typeface="Arial"/>
                <a:ea typeface="Times New Roman"/>
                <a:cs typeface="Times New Roman"/>
              </a:rPr>
              <a:t>網站</a:t>
            </a:r>
            <a:endParaRPr sz="1800">
              <a:solidFill>
                <a:srgbClr val="0000FF"/>
              </a:solidFill>
              <a:latin typeface="Arial"/>
              <a:ea typeface="Calibri"/>
              <a:cs typeface="Calibri"/>
            </a:endParaRPr>
          </a:p>
        </p:txBody>
      </p:sp>
      <p:sp>
        <p:nvSpPr>
          <p:cNvPr id="1549962855" name=""/>
          <p:cNvSpPr txBox="1"/>
          <p:nvPr/>
        </p:nvSpPr>
        <p:spPr bwMode="auto">
          <a:xfrm rot="0" flipH="0" flipV="0">
            <a:off x="9571475" y="713007"/>
            <a:ext cx="2528348" cy="43206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200" b="0" i="0" u="none" strike="noStrike" cap="none" spc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E12</a:t>
            </a:r>
            <a:r>
              <a:rPr lang="en-US" sz="2200" b="0" i="0" u="none" strike="noStrike" cap="none" spc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付款</a:t>
            </a:r>
            <a:endParaRPr sz="2200" b="0" i="0" u="none" strike="noStrike" cap="none" spc="0">
              <a:solidFill>
                <a:srgbClr val="C00000"/>
              </a:solidFill>
              <a:latin typeface="Times New Roman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alphaModFix/>
          </a:blip>
          <a:tile algn="tl" flip="none" sx="100000" sy="100000" tx="0" ty="0"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cxnSp>
        <p:nvCxnSpPr>
          <p:cNvPr id="1617074352" name="直線接點 4"/>
          <p:cNvCxnSpPr/>
          <p:nvPr/>
        </p:nvCxnSpPr>
        <p:spPr bwMode="auto">
          <a:xfrm flipV="1">
            <a:off x="0" y="584801"/>
            <a:ext cx="12191999" cy="65639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4768123" name="TextBox 20"/>
          <p:cNvSpPr txBox="1"/>
          <p:nvPr/>
        </p:nvSpPr>
        <p:spPr bwMode="auto">
          <a:xfrm>
            <a:off x="0" y="646290"/>
            <a:ext cx="8254399" cy="4726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Ｇ. 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線框圖(Wireframe)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(續)</a:t>
            </a:r>
            <a:endParaRPr lang="en-US" sz="2400"/>
          </a:p>
        </p:txBody>
      </p:sp>
      <p:sp>
        <p:nvSpPr>
          <p:cNvPr id="1569370970" name="Slide Number Placeholder 1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5F77E510-09D5-AB39-0BB9-E4EBF2B5E259}" type="slidenum">
              <a:rPr lang="en-US"/>
              <a:t>11</a:t>
            </a:fld>
            <a:endParaRPr lang="en-US"/>
          </a:p>
        </p:txBody>
      </p:sp>
      <p:sp>
        <p:nvSpPr>
          <p:cNvPr id="1610953953" name="Google Shape;90;p1"/>
          <p:cNvSpPr txBox="1"/>
          <p:nvPr/>
        </p:nvSpPr>
        <p:spPr bwMode="auto">
          <a:xfrm>
            <a:off x="-45717" y="-2890"/>
            <a:ext cx="12283434" cy="653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2" tIns="45698" rIns="91422" bIns="45698" anchor="t" anchorCtr="0">
            <a:spAutoFit/>
          </a:bodyPr>
          <a:lstStyle/>
          <a:p>
            <a:pPr>
              <a:defRPr/>
            </a:pP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前端網站開發人員證書</a:t>
            </a: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(CT288DS006)</a:t>
            </a:r>
            <a:r>
              <a:rPr lang="en-US" sz="1800">
                <a:latin typeface="Arial"/>
                <a:ea typeface="Times New Roman"/>
                <a:cs typeface="Times New Roman"/>
              </a:rPr>
              <a:t> -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Arial"/>
                <a:ea typeface="Times New Roman"/>
                <a:cs typeface="Times New Roman"/>
              </a:rPr>
              <a:t>網站開發專案</a:t>
            </a:r>
            <a:endParaRPr lang="en-US" sz="1800">
              <a:latin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開發者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HO Siu Hang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 (Desmond)  </a:t>
            </a: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學生編號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12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			</a:t>
            </a:r>
            <a:r>
              <a:rPr lang="zh-TW" sz="1800" b="0" i="0" u="none" strike="noStrike" cap="none" spc="0">
                <a:solidFill>
                  <a:srgbClr val="152BEB"/>
                </a:solidFill>
                <a:latin typeface="Arial"/>
                <a:ea typeface="Calibri"/>
                <a:cs typeface="Calibri"/>
              </a:rPr>
              <a:t>			闌珊相親</a:t>
            </a:r>
            <a:r>
              <a:rPr lang="en-US" sz="1800" b="0" i="0" u="none" strike="noStrike" cap="none" spc="0">
                <a:solidFill>
                  <a:srgbClr val="152BEB"/>
                </a:solidFill>
                <a:latin typeface="Arial"/>
                <a:ea typeface="Times New Roman"/>
                <a:cs typeface="Times New Roman"/>
              </a:rPr>
              <a:t>網站</a:t>
            </a:r>
            <a:endParaRPr sz="1800">
              <a:solidFill>
                <a:srgbClr val="0000FF"/>
              </a:solidFill>
              <a:latin typeface="Arial"/>
              <a:ea typeface="Calibri"/>
              <a:cs typeface="Calibri"/>
            </a:endParaRPr>
          </a:p>
        </p:txBody>
      </p:sp>
      <p:sp>
        <p:nvSpPr>
          <p:cNvPr id="1830757373" name=""/>
          <p:cNvSpPr txBox="1"/>
          <p:nvPr/>
        </p:nvSpPr>
        <p:spPr bwMode="auto">
          <a:xfrm rot="0" flipH="0" flipV="0">
            <a:off x="8893180" y="713007"/>
            <a:ext cx="3208443" cy="43946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lang="en-US" sz="2200" b="0" i="0" u="none" strike="noStrike" cap="none" spc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E１３</a:t>
            </a:r>
            <a:r>
              <a:rPr sz="2200">
                <a:solidFill>
                  <a:srgbClr val="C00000"/>
                </a:solidFill>
              </a:rPr>
              <a:t> </a:t>
            </a: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私隱政策</a:t>
            </a:r>
            <a:endParaRPr sz="2200" b="0" i="0" u="none" strike="noStrike" cap="none" spc="0">
              <a:solidFill>
                <a:srgbClr val="C00000"/>
              </a:solidFill>
              <a:latin typeface="Arial"/>
              <a:ea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alphaModFix/>
          </a:blip>
          <a:tile algn="tl" flip="none" sx="100000" sy="100000" tx="0" ty="0"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cxnSp>
        <p:nvCxnSpPr>
          <p:cNvPr id="1089228030" name="直線接點 4"/>
          <p:cNvCxnSpPr/>
          <p:nvPr/>
        </p:nvCxnSpPr>
        <p:spPr bwMode="auto">
          <a:xfrm flipV="1">
            <a:off x="0" y="584801"/>
            <a:ext cx="12191999" cy="65639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2989842" name="TextBox 20"/>
          <p:cNvSpPr txBox="1"/>
          <p:nvPr/>
        </p:nvSpPr>
        <p:spPr bwMode="auto">
          <a:xfrm>
            <a:off x="0" y="646290"/>
            <a:ext cx="8254399" cy="4726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Ｇ. 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線框圖(Wireframe)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(續)</a:t>
            </a:r>
            <a:endParaRPr lang="en-US" sz="2400"/>
          </a:p>
        </p:txBody>
      </p:sp>
      <p:sp>
        <p:nvSpPr>
          <p:cNvPr id="1531366710" name="Slide Number Placeholder 1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98B8F343-67DB-50A1-AF9C-BD904DE632EC}" type="slidenum">
              <a:rPr lang="en-US"/>
              <a:t>12</a:t>
            </a:fld>
            <a:endParaRPr lang="en-US"/>
          </a:p>
        </p:txBody>
      </p:sp>
      <p:sp>
        <p:nvSpPr>
          <p:cNvPr id="18778016" name="Google Shape;90;p1"/>
          <p:cNvSpPr txBox="1"/>
          <p:nvPr/>
        </p:nvSpPr>
        <p:spPr bwMode="auto">
          <a:xfrm>
            <a:off x="-45717" y="-2890"/>
            <a:ext cx="12283434" cy="653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2" tIns="45698" rIns="91422" bIns="45698" anchor="t" anchorCtr="0">
            <a:spAutoFit/>
          </a:bodyPr>
          <a:lstStyle/>
          <a:p>
            <a:pPr>
              <a:defRPr/>
            </a:pP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前端網站開發人員證書</a:t>
            </a: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(CT288DS006)</a:t>
            </a:r>
            <a:r>
              <a:rPr lang="en-US" sz="1800">
                <a:latin typeface="Arial"/>
                <a:ea typeface="Times New Roman"/>
                <a:cs typeface="Times New Roman"/>
              </a:rPr>
              <a:t> -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Arial"/>
                <a:ea typeface="Times New Roman"/>
                <a:cs typeface="Times New Roman"/>
              </a:rPr>
              <a:t>網站開發專案</a:t>
            </a:r>
            <a:endParaRPr lang="en-US" sz="1800">
              <a:latin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開發者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HO Siu Hang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 (Desmond)  </a:t>
            </a: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學生編號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12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			</a:t>
            </a:r>
            <a:r>
              <a:rPr lang="zh-TW" sz="1800" b="0" i="0" u="none" strike="noStrike" cap="none" spc="0">
                <a:solidFill>
                  <a:srgbClr val="152BEB"/>
                </a:solidFill>
                <a:latin typeface="Arial"/>
                <a:ea typeface="Calibri"/>
                <a:cs typeface="Calibri"/>
              </a:rPr>
              <a:t>			闌珊相親</a:t>
            </a:r>
            <a:r>
              <a:rPr lang="en-US" sz="1800" b="0" i="0" u="none" strike="noStrike" cap="none" spc="0">
                <a:solidFill>
                  <a:srgbClr val="152BEB"/>
                </a:solidFill>
                <a:latin typeface="Arial"/>
                <a:ea typeface="Times New Roman"/>
                <a:cs typeface="Times New Roman"/>
              </a:rPr>
              <a:t>網站</a:t>
            </a:r>
            <a:endParaRPr sz="1800">
              <a:solidFill>
                <a:srgbClr val="0000FF"/>
              </a:solidFill>
              <a:latin typeface="Arial"/>
              <a:ea typeface="Calibri"/>
              <a:cs typeface="Calibri"/>
            </a:endParaRPr>
          </a:p>
        </p:txBody>
      </p:sp>
      <p:sp>
        <p:nvSpPr>
          <p:cNvPr id="2063440225" name=""/>
          <p:cNvSpPr txBox="1"/>
          <p:nvPr/>
        </p:nvSpPr>
        <p:spPr bwMode="auto">
          <a:xfrm rot="0" flipH="0" flipV="0">
            <a:off x="9124089" y="679977"/>
            <a:ext cx="2976814" cy="43661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E１４</a:t>
            </a:r>
            <a:r>
              <a:rPr lang="en-US" sz="2200" b="0" i="0" u="none" strike="noStrike" cap="none" spc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使用條款</a:t>
            </a:r>
            <a:endParaRPr sz="2200" b="0" i="0" u="none" strike="noStrike" cap="none" spc="0">
              <a:solidFill>
                <a:srgbClr val="C00000"/>
              </a:solidFill>
              <a:latin typeface="Times New Roman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alphaModFix/>
          </a:blip>
          <a:tile algn="tl" flip="none" sx="100000" sy="100000" tx="0" ty="0"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cxnSp>
        <p:nvCxnSpPr>
          <p:cNvPr id="389957354" name="直線接點 4"/>
          <p:cNvCxnSpPr/>
          <p:nvPr/>
        </p:nvCxnSpPr>
        <p:spPr bwMode="auto">
          <a:xfrm flipV="1">
            <a:off x="0" y="584801"/>
            <a:ext cx="12191999" cy="65639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0819555" name="TextBox 20"/>
          <p:cNvSpPr txBox="1"/>
          <p:nvPr/>
        </p:nvSpPr>
        <p:spPr bwMode="auto">
          <a:xfrm>
            <a:off x="0" y="646290"/>
            <a:ext cx="8254399" cy="4726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Ｇ. 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線框圖(Wireframe)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(續)</a:t>
            </a:r>
            <a:endParaRPr lang="en-US" sz="2400"/>
          </a:p>
        </p:txBody>
      </p:sp>
      <p:sp>
        <p:nvSpPr>
          <p:cNvPr id="2126015988" name="Slide Number Placeholder 1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12818D18-1F6E-48C5-BE22-D042662B41C0}" type="slidenum">
              <a:rPr lang="en-US"/>
              <a:t>13</a:t>
            </a:fld>
            <a:endParaRPr lang="en-US"/>
          </a:p>
        </p:txBody>
      </p:sp>
      <p:sp>
        <p:nvSpPr>
          <p:cNvPr id="1063111049" name="Google Shape;90;p1"/>
          <p:cNvSpPr txBox="1"/>
          <p:nvPr/>
        </p:nvSpPr>
        <p:spPr bwMode="auto">
          <a:xfrm>
            <a:off x="-45717" y="-2890"/>
            <a:ext cx="12283434" cy="653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2" tIns="45698" rIns="91422" bIns="45698" anchor="t" anchorCtr="0">
            <a:spAutoFit/>
          </a:bodyPr>
          <a:lstStyle/>
          <a:p>
            <a:pPr>
              <a:defRPr/>
            </a:pP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前端網站開發人員證書</a:t>
            </a: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(CT288DS006)</a:t>
            </a:r>
            <a:r>
              <a:rPr lang="en-US" sz="1800">
                <a:latin typeface="Arial"/>
                <a:ea typeface="Times New Roman"/>
                <a:cs typeface="Times New Roman"/>
              </a:rPr>
              <a:t> -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Arial"/>
                <a:ea typeface="Times New Roman"/>
                <a:cs typeface="Times New Roman"/>
              </a:rPr>
              <a:t>網站開發專案</a:t>
            </a:r>
            <a:endParaRPr lang="en-US" sz="1800">
              <a:latin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開發者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HO Siu Hang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 (Desmond)  </a:t>
            </a: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學生編號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12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			</a:t>
            </a:r>
            <a:r>
              <a:rPr lang="zh-TW" sz="1800" b="0" i="0" u="none" strike="noStrike" cap="none" spc="0">
                <a:solidFill>
                  <a:srgbClr val="152BEB"/>
                </a:solidFill>
                <a:latin typeface="Arial"/>
                <a:ea typeface="Calibri"/>
                <a:cs typeface="Calibri"/>
              </a:rPr>
              <a:t>			闌珊相親</a:t>
            </a:r>
            <a:r>
              <a:rPr lang="en-US" sz="1800" b="0" i="0" u="none" strike="noStrike" cap="none" spc="0">
                <a:solidFill>
                  <a:srgbClr val="152BEB"/>
                </a:solidFill>
                <a:latin typeface="Arial"/>
                <a:ea typeface="Times New Roman"/>
                <a:cs typeface="Times New Roman"/>
              </a:rPr>
              <a:t>網站</a:t>
            </a:r>
            <a:endParaRPr sz="1800">
              <a:solidFill>
                <a:srgbClr val="0000FF"/>
              </a:solidFill>
              <a:latin typeface="Arial"/>
              <a:ea typeface="Calibri"/>
              <a:cs typeface="Calibri"/>
            </a:endParaRPr>
          </a:p>
        </p:txBody>
      </p:sp>
      <p:sp>
        <p:nvSpPr>
          <p:cNvPr id="1282550625" name=""/>
          <p:cNvSpPr txBox="1"/>
          <p:nvPr/>
        </p:nvSpPr>
        <p:spPr bwMode="auto">
          <a:xfrm rot="0" flipH="0" flipV="0">
            <a:off x="9138521" y="713007"/>
            <a:ext cx="2961303" cy="43946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200" b="0" i="0" u="none" strike="noStrike" cap="none" spc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E１５</a:t>
            </a:r>
            <a:r>
              <a:rPr lang="en-US" sz="2200" b="0" i="0" u="none" strike="noStrike" cap="none" spc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服務條款</a:t>
            </a:r>
            <a:endParaRPr sz="2200" b="0" i="0" u="none" strike="noStrike" cap="none" spc="0">
              <a:solidFill>
                <a:srgbClr val="C00000"/>
              </a:solidFill>
              <a:latin typeface="Times New Roman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alphaModFix/>
          </a:blip>
          <a:tile algn="tl" flip="none" sx="100000" sy="100000" tx="0" ty="0"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cxnSp>
        <p:nvCxnSpPr>
          <p:cNvPr id="1548443590" name="直線接點 4"/>
          <p:cNvCxnSpPr/>
          <p:nvPr/>
        </p:nvCxnSpPr>
        <p:spPr bwMode="auto">
          <a:xfrm flipV="1">
            <a:off x="0" y="584801"/>
            <a:ext cx="12191999" cy="65639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7088886" name="TextBox 20"/>
          <p:cNvSpPr txBox="1"/>
          <p:nvPr/>
        </p:nvSpPr>
        <p:spPr bwMode="auto">
          <a:xfrm>
            <a:off x="0" y="646290"/>
            <a:ext cx="8254399" cy="4726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Ｇ. 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線框圖(Wireframe)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(續)</a:t>
            </a:r>
            <a:endParaRPr lang="en-US" sz="2400"/>
          </a:p>
        </p:txBody>
      </p:sp>
      <p:sp>
        <p:nvSpPr>
          <p:cNvPr id="1454357162" name="Slide Number Placeholder 1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6112232D-491F-922D-C342-769BED2DEC37}" type="slidenum">
              <a:rPr lang="en-US"/>
              <a:t>14</a:t>
            </a:fld>
            <a:endParaRPr lang="en-US"/>
          </a:p>
        </p:txBody>
      </p:sp>
      <p:sp>
        <p:nvSpPr>
          <p:cNvPr id="422933436" name="Google Shape;90;p1"/>
          <p:cNvSpPr txBox="1"/>
          <p:nvPr/>
        </p:nvSpPr>
        <p:spPr bwMode="auto">
          <a:xfrm>
            <a:off x="-45717" y="-2890"/>
            <a:ext cx="12283434" cy="653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2" tIns="45698" rIns="91422" bIns="45698" anchor="t" anchorCtr="0">
            <a:spAutoFit/>
          </a:bodyPr>
          <a:lstStyle/>
          <a:p>
            <a:pPr>
              <a:defRPr/>
            </a:pP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前端網站開發人員證書</a:t>
            </a: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(CT288DS006)</a:t>
            </a:r>
            <a:r>
              <a:rPr lang="en-US" sz="1800">
                <a:latin typeface="Arial"/>
                <a:ea typeface="Times New Roman"/>
                <a:cs typeface="Times New Roman"/>
              </a:rPr>
              <a:t> -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Arial"/>
                <a:ea typeface="Times New Roman"/>
                <a:cs typeface="Times New Roman"/>
              </a:rPr>
              <a:t>網站開發專案</a:t>
            </a:r>
            <a:endParaRPr lang="en-US" sz="1800">
              <a:latin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開發者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HO Siu Hang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 (Desmond)  </a:t>
            </a: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學生編號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12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			</a:t>
            </a:r>
            <a:r>
              <a:rPr lang="zh-TW" sz="1800" b="0" i="0" u="none" strike="noStrike" cap="none" spc="0">
                <a:solidFill>
                  <a:srgbClr val="152BEB"/>
                </a:solidFill>
                <a:latin typeface="Arial"/>
                <a:ea typeface="Calibri"/>
                <a:cs typeface="Calibri"/>
              </a:rPr>
              <a:t>			闌珊相親</a:t>
            </a:r>
            <a:r>
              <a:rPr lang="en-US" sz="1800" b="0" i="0" u="none" strike="noStrike" cap="none" spc="0">
                <a:solidFill>
                  <a:srgbClr val="152BEB"/>
                </a:solidFill>
                <a:latin typeface="Arial"/>
                <a:ea typeface="Times New Roman"/>
                <a:cs typeface="Times New Roman"/>
              </a:rPr>
              <a:t>網站</a:t>
            </a:r>
            <a:endParaRPr sz="1800">
              <a:solidFill>
                <a:srgbClr val="0000FF"/>
              </a:solidFill>
              <a:latin typeface="Arial"/>
              <a:ea typeface="Calibri"/>
              <a:cs typeface="Calibri"/>
            </a:endParaRPr>
          </a:p>
        </p:txBody>
      </p:sp>
      <p:sp>
        <p:nvSpPr>
          <p:cNvPr id="2009252712" name=""/>
          <p:cNvSpPr txBox="1"/>
          <p:nvPr/>
        </p:nvSpPr>
        <p:spPr bwMode="auto">
          <a:xfrm rot="0" flipH="0" flipV="0">
            <a:off x="9326135" y="713007"/>
            <a:ext cx="2773329" cy="43946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200" b="0" i="0" u="none" strike="noStrike" cap="none" spc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E１６</a:t>
            </a: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 法律聲明</a:t>
            </a:r>
            <a:endParaRPr sz="2200">
              <a:solidFill>
                <a:srgbClr val="C0000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alphaModFix/>
          </a:blip>
          <a:tile algn="tl" flip="none" sx="100000" sy="100000" tx="0" ty="0"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cxnSp>
        <p:nvCxnSpPr>
          <p:cNvPr id="1287644045" name="直線接點 4"/>
          <p:cNvCxnSpPr/>
          <p:nvPr/>
        </p:nvCxnSpPr>
        <p:spPr bwMode="auto">
          <a:xfrm flipV="1">
            <a:off x="0" y="584802"/>
            <a:ext cx="12192000" cy="6564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392324" name="TextBox 20"/>
          <p:cNvSpPr txBox="1"/>
          <p:nvPr/>
        </p:nvSpPr>
        <p:spPr bwMode="auto">
          <a:xfrm>
            <a:off x="0" y="646290"/>
            <a:ext cx="8268080" cy="4643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/>
              <a:t>H. 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網站測試</a:t>
            </a:r>
            <a:r>
              <a:rPr lang="en-US" sz="2400">
                <a:solidFill>
                  <a:schemeClr val="dk1"/>
                </a:solidFill>
                <a:ea typeface="Times New Roman"/>
                <a:cs typeface="Times New Roman"/>
              </a:rPr>
              <a:t> </a:t>
            </a:r>
            <a:endParaRPr lang="en-US" sz="2400"/>
          </a:p>
        </p:txBody>
      </p:sp>
      <p:sp>
        <p:nvSpPr>
          <p:cNvPr id="1819036590" name="Slide Number Placeholder 1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23</a:t>
            </a:fld>
            <a:endParaRPr lang="en-US"/>
          </a:p>
        </p:txBody>
      </p:sp>
      <p:sp>
        <p:nvSpPr>
          <p:cNvPr id="1713154254" name="Google Shape;90;p1"/>
          <p:cNvSpPr txBox="1"/>
          <p:nvPr/>
        </p:nvSpPr>
        <p:spPr bwMode="auto">
          <a:xfrm>
            <a:off x="0" y="-2890"/>
            <a:ext cx="12284155" cy="653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3" tIns="45699" rIns="91423" bIns="45699" anchor="t" anchorCtr="0">
            <a:spAutoFit/>
          </a:bodyPr>
          <a:lstStyle/>
          <a:p>
            <a:pPr>
              <a:defRPr/>
            </a:pP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前端網站開發人員證書</a:t>
            </a: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(CT288DS006)</a:t>
            </a:r>
            <a:r>
              <a:rPr lang="en-US" sz="1800">
                <a:latin typeface="Arial"/>
                <a:ea typeface="Times New Roman"/>
                <a:cs typeface="Times New Roman"/>
              </a:rPr>
              <a:t> -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Arial"/>
                <a:ea typeface="Times New Roman"/>
                <a:cs typeface="Times New Roman"/>
              </a:rPr>
              <a:t>網站開發專案</a:t>
            </a:r>
            <a:endParaRPr lang="en-US" sz="1800">
              <a:latin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開發者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HO Siu Hang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 (Desmond)  </a:t>
            </a: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學生編號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12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			</a:t>
            </a:r>
            <a:r>
              <a:rPr lang="zh-TW" sz="1800" b="0" i="0" u="none" strike="noStrike" cap="none" spc="0">
                <a:solidFill>
                  <a:srgbClr val="152BEB"/>
                </a:solidFill>
                <a:latin typeface="Arial"/>
                <a:ea typeface="Calibri"/>
                <a:cs typeface="Calibri"/>
              </a:rPr>
              <a:t>			闌珊相親</a:t>
            </a:r>
            <a:r>
              <a:rPr lang="en-US" sz="1800" b="0" i="0" u="none" strike="noStrike" cap="none" spc="0">
                <a:solidFill>
                  <a:srgbClr val="152BEB"/>
                </a:solidFill>
                <a:latin typeface="Arial"/>
                <a:ea typeface="Times New Roman"/>
                <a:cs typeface="Times New Roman"/>
              </a:rPr>
              <a:t>網站</a:t>
            </a:r>
            <a:endParaRPr sz="1800">
              <a:solidFill>
                <a:srgbClr val="0000FF"/>
              </a:solidFill>
              <a:latin typeface="Arial"/>
              <a:ea typeface="Calibri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alphaModFix/>
          </a:blip>
          <a:tile algn="tl" flip="none" sx="100000" sy="100000" tx="0" ty="0"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cxnSp>
        <p:nvCxnSpPr>
          <p:cNvPr id="802312730" name="直線接點 4"/>
          <p:cNvCxnSpPr/>
          <p:nvPr/>
        </p:nvCxnSpPr>
        <p:spPr bwMode="auto">
          <a:xfrm flipV="1">
            <a:off x="0" y="584802"/>
            <a:ext cx="12192000" cy="6564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557627" name="TextBox 20"/>
          <p:cNvSpPr txBox="1"/>
          <p:nvPr/>
        </p:nvSpPr>
        <p:spPr bwMode="auto">
          <a:xfrm>
            <a:off x="0" y="646290"/>
            <a:ext cx="8257278" cy="4643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/>
              <a:t>I. 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屏幕截圖及說明</a:t>
            </a:r>
            <a:endParaRPr lang="en-US" sz="2400"/>
          </a:p>
        </p:txBody>
      </p:sp>
      <p:sp>
        <p:nvSpPr>
          <p:cNvPr id="1755824693" name="Slide Number Placeholder 1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31</a:t>
            </a:fld>
            <a:endParaRPr lang="en-US"/>
          </a:p>
        </p:txBody>
      </p:sp>
      <p:sp>
        <p:nvSpPr>
          <p:cNvPr id="219562106" name="Google Shape;90;p1"/>
          <p:cNvSpPr txBox="1"/>
          <p:nvPr/>
        </p:nvSpPr>
        <p:spPr bwMode="auto">
          <a:xfrm>
            <a:off x="0" y="-2890"/>
            <a:ext cx="12284515" cy="653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3" tIns="45699" rIns="91423" bIns="45699" anchor="t" anchorCtr="0">
            <a:spAutoFit/>
          </a:bodyPr>
          <a:lstStyle/>
          <a:p>
            <a:pPr>
              <a:defRPr/>
            </a:pP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前端網站開發人員證書</a:t>
            </a: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(CT288DS006)</a:t>
            </a:r>
            <a:r>
              <a:rPr lang="en-US" sz="1800">
                <a:latin typeface="Arial"/>
                <a:ea typeface="Times New Roman"/>
                <a:cs typeface="Times New Roman"/>
              </a:rPr>
              <a:t> -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Arial"/>
                <a:ea typeface="Times New Roman"/>
                <a:cs typeface="Times New Roman"/>
              </a:rPr>
              <a:t>網站開發專案</a:t>
            </a:r>
            <a:endParaRPr lang="en-US" sz="1800">
              <a:latin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開發者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HO Siu Hang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 (Desmond)  </a:t>
            </a: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學生編號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12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			</a:t>
            </a:r>
            <a:r>
              <a:rPr lang="zh-TW" sz="1800" b="0" i="0" u="none" strike="noStrike" cap="none" spc="0">
                <a:solidFill>
                  <a:srgbClr val="152BEB"/>
                </a:solidFill>
                <a:latin typeface="Arial"/>
                <a:ea typeface="Calibri"/>
                <a:cs typeface="Calibri"/>
              </a:rPr>
              <a:t>			闌珊相親</a:t>
            </a:r>
            <a:r>
              <a:rPr lang="en-US" sz="1800" b="0" i="0" u="none" strike="noStrike" cap="none" spc="0">
                <a:solidFill>
                  <a:srgbClr val="152BEB"/>
                </a:solidFill>
                <a:latin typeface="Arial"/>
                <a:ea typeface="Times New Roman"/>
                <a:cs typeface="Times New Roman"/>
              </a:rPr>
              <a:t>網站</a:t>
            </a:r>
            <a:endParaRPr sz="1800">
              <a:solidFill>
                <a:srgbClr val="0000FF"/>
              </a:solidFill>
              <a:latin typeface="Arial"/>
              <a:ea typeface="Calibri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alphaModFix/>
          </a:blip>
          <a:tile algn="tl" flip="none" sx="100000" sy="100000" tx="0" ty="0"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cxnSp>
        <p:nvCxnSpPr>
          <p:cNvPr id="268839237" name="直線接點 4"/>
          <p:cNvCxnSpPr/>
          <p:nvPr/>
        </p:nvCxnSpPr>
        <p:spPr bwMode="auto">
          <a:xfrm flipV="1">
            <a:off x="0" y="584801"/>
            <a:ext cx="12191999" cy="65639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03037560" name="TextBox 20"/>
          <p:cNvSpPr txBox="1"/>
          <p:nvPr/>
        </p:nvSpPr>
        <p:spPr bwMode="auto">
          <a:xfrm>
            <a:off x="0" y="646290"/>
            <a:ext cx="8259078" cy="4643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/>
              <a:t>J. 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網站發佈</a:t>
            </a:r>
            <a:r>
              <a:rPr lang="en-US" sz="2400">
                <a:solidFill>
                  <a:schemeClr val="dk1"/>
                </a:solidFill>
                <a:ea typeface="Times New Roman"/>
                <a:cs typeface="Times New Roman"/>
              </a:rPr>
              <a:t> </a:t>
            </a:r>
            <a:endParaRPr lang="en-US" sz="2400"/>
          </a:p>
        </p:txBody>
      </p:sp>
      <p:sp>
        <p:nvSpPr>
          <p:cNvPr id="1441724706" name="Slide Number Placeholder 1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172E1F56-60A2-575F-DF32-6B968770F372}" type="slidenum">
              <a:rPr lang="en-US"/>
              <a:t>12</a:t>
            </a:fld>
            <a:endParaRPr lang="en-US"/>
          </a:p>
        </p:txBody>
      </p:sp>
      <p:sp>
        <p:nvSpPr>
          <p:cNvPr id="1136826441" name="Google Shape;90;p1"/>
          <p:cNvSpPr txBox="1"/>
          <p:nvPr/>
        </p:nvSpPr>
        <p:spPr bwMode="auto">
          <a:xfrm>
            <a:off x="0" y="-2889"/>
            <a:ext cx="12284514" cy="653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2" tIns="45698" rIns="91422" bIns="45698" anchor="t" anchorCtr="0">
            <a:spAutoFit/>
          </a:bodyPr>
          <a:lstStyle/>
          <a:p>
            <a:pPr>
              <a:defRPr/>
            </a:pP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前端網站開發人員證書</a:t>
            </a: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(CT288DS006)</a:t>
            </a:r>
            <a:r>
              <a:rPr lang="en-US" sz="1800">
                <a:latin typeface="Arial"/>
                <a:ea typeface="Times New Roman"/>
                <a:cs typeface="Times New Roman"/>
              </a:rPr>
              <a:t> -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Arial"/>
                <a:ea typeface="Times New Roman"/>
                <a:cs typeface="Times New Roman"/>
              </a:rPr>
              <a:t>網站開發專案</a:t>
            </a:r>
            <a:endParaRPr lang="en-US" sz="1800">
              <a:latin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開發者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HO Siu Hang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 (Desmond)  </a:t>
            </a: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學生編號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12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			</a:t>
            </a:r>
            <a:r>
              <a:rPr lang="zh-TW" sz="1800" b="0" i="0" u="none" strike="noStrike" cap="none" spc="0">
                <a:solidFill>
                  <a:srgbClr val="152BEB"/>
                </a:solidFill>
                <a:latin typeface="Arial"/>
                <a:ea typeface="Calibri"/>
                <a:cs typeface="Calibri"/>
              </a:rPr>
              <a:t>			闌珊相親</a:t>
            </a:r>
            <a:r>
              <a:rPr lang="en-US" sz="1800" b="0" i="0" u="none" strike="noStrike" cap="none" spc="0">
                <a:solidFill>
                  <a:srgbClr val="152BEB"/>
                </a:solidFill>
                <a:latin typeface="Arial"/>
                <a:ea typeface="Times New Roman"/>
                <a:cs typeface="Times New Roman"/>
              </a:rPr>
              <a:t>網站</a:t>
            </a:r>
            <a:endParaRPr sz="1800">
              <a:solidFill>
                <a:srgbClr val="0000FF"/>
              </a:solidFill>
              <a:latin typeface="Arial"/>
              <a:ea typeface="Calibri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alphaModFix/>
          </a:blip>
          <a:tile algn="tl" flip="none" sx="100000" sy="100000" tx="0" ty="0"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cxnSp>
        <p:nvCxnSpPr>
          <p:cNvPr id="2133807939" name="直線接點 4"/>
          <p:cNvCxnSpPr/>
          <p:nvPr/>
        </p:nvCxnSpPr>
        <p:spPr bwMode="auto">
          <a:xfrm flipV="1">
            <a:off x="0" y="584802"/>
            <a:ext cx="12192000" cy="6564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5721886" name="TextBox 20"/>
          <p:cNvSpPr txBox="1"/>
          <p:nvPr/>
        </p:nvSpPr>
        <p:spPr bwMode="auto">
          <a:xfrm>
            <a:off x="0" y="646290"/>
            <a:ext cx="3004398" cy="4643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/>
              <a:t>K. 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總結</a:t>
            </a:r>
            <a:endParaRPr/>
          </a:p>
        </p:txBody>
      </p:sp>
      <p:sp>
        <p:nvSpPr>
          <p:cNvPr id="1762677735" name="TextBox 23"/>
          <p:cNvSpPr txBox="1"/>
          <p:nvPr/>
        </p:nvSpPr>
        <p:spPr bwMode="auto">
          <a:xfrm flipH="0" flipV="0">
            <a:off x="447999" y="1107954"/>
            <a:ext cx="11653067" cy="4575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/>
              <a:defRPr/>
            </a:pPr>
            <a:r>
              <a:rPr lang="en-US" sz="2400"/>
              <a:t>XXXXX</a:t>
            </a:r>
            <a:endParaRPr sz="2400"/>
          </a:p>
        </p:txBody>
      </p:sp>
      <p:sp>
        <p:nvSpPr>
          <p:cNvPr id="1696671081" name="Slide Number Placeholder 1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42</a:t>
            </a:fld>
            <a:endParaRPr lang="en-US"/>
          </a:p>
        </p:txBody>
      </p:sp>
      <p:sp>
        <p:nvSpPr>
          <p:cNvPr id="1264845065" name="Google Shape;90;p1"/>
          <p:cNvSpPr txBox="1"/>
          <p:nvPr/>
        </p:nvSpPr>
        <p:spPr bwMode="auto">
          <a:xfrm>
            <a:off x="0" y="-2890"/>
            <a:ext cx="12284874" cy="653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3" tIns="45699" rIns="91423" bIns="45699" anchor="t" anchorCtr="0">
            <a:spAutoFit/>
          </a:bodyPr>
          <a:lstStyle/>
          <a:p>
            <a:pPr>
              <a:defRPr/>
            </a:pP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前端網站開發人員證書</a:t>
            </a: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(CT288DS006)</a:t>
            </a:r>
            <a:r>
              <a:rPr lang="en-US" sz="1800">
                <a:latin typeface="Arial"/>
                <a:ea typeface="Times New Roman"/>
                <a:cs typeface="Times New Roman"/>
              </a:rPr>
              <a:t> -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Arial"/>
                <a:ea typeface="Times New Roman"/>
                <a:cs typeface="Times New Roman"/>
              </a:rPr>
              <a:t>網站開發專案</a:t>
            </a:r>
            <a:endParaRPr lang="en-US" sz="1800">
              <a:latin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開發者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HO Siu Hang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 (Desmond)  </a:t>
            </a: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學生編號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12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			</a:t>
            </a:r>
            <a:r>
              <a:rPr lang="zh-TW" sz="1800" b="0" i="0" u="none" strike="noStrike" cap="none" spc="0">
                <a:solidFill>
                  <a:srgbClr val="152BEB"/>
                </a:solidFill>
                <a:latin typeface="Arial"/>
                <a:ea typeface="Calibri"/>
                <a:cs typeface="Calibri"/>
              </a:rPr>
              <a:t>			闌珊相親</a:t>
            </a:r>
            <a:r>
              <a:rPr lang="en-US" sz="1800" b="0" i="0" u="none" strike="noStrike" cap="none" spc="0">
                <a:solidFill>
                  <a:srgbClr val="152BEB"/>
                </a:solidFill>
                <a:latin typeface="Arial"/>
                <a:ea typeface="Times New Roman"/>
                <a:cs typeface="Times New Roman"/>
              </a:rPr>
              <a:t>網站</a:t>
            </a:r>
            <a:endParaRPr sz="1800">
              <a:solidFill>
                <a:srgbClr val="0000FF"/>
              </a:solidFill>
              <a:latin typeface="Arial"/>
              <a:ea typeface="Calibri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alphaModFix/>
          </a:blip>
          <a:tile algn="tl" flip="none" sx="100000" sy="100000" tx="0" ty="0"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cxnSp>
        <p:nvCxnSpPr>
          <p:cNvPr id="1016635993" name="直線接點 4"/>
          <p:cNvCxnSpPr/>
          <p:nvPr/>
        </p:nvCxnSpPr>
        <p:spPr bwMode="auto">
          <a:xfrm flipV="1">
            <a:off x="0" y="584802"/>
            <a:ext cx="12192000" cy="6564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2209093" name="TextBox 2"/>
          <p:cNvSpPr txBox="1"/>
          <p:nvPr/>
        </p:nvSpPr>
        <p:spPr bwMode="auto">
          <a:xfrm>
            <a:off x="3778249" y="2613391"/>
            <a:ext cx="4639819" cy="16591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US" sz="10000">
                <a:solidFill>
                  <a:srgbClr val="C00000"/>
                </a:solidFill>
              </a:rPr>
              <a:t>- 完 -</a:t>
            </a:r>
            <a:endParaRPr/>
          </a:p>
        </p:txBody>
      </p:sp>
      <p:sp>
        <p:nvSpPr>
          <p:cNvPr id="696545473" name="Google Shape;90;p1"/>
          <p:cNvSpPr txBox="1"/>
          <p:nvPr/>
        </p:nvSpPr>
        <p:spPr bwMode="auto">
          <a:xfrm>
            <a:off x="0" y="-2890"/>
            <a:ext cx="12285234" cy="653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3" tIns="45699" rIns="91423" bIns="45699" anchor="t" anchorCtr="0">
            <a:spAutoFit/>
          </a:bodyPr>
          <a:lstStyle/>
          <a:p>
            <a:pPr>
              <a:defRPr/>
            </a:pP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前端網站開發人員證書</a:t>
            </a: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(CT288DS006)</a:t>
            </a:r>
            <a:r>
              <a:rPr lang="en-US" sz="1800">
                <a:latin typeface="Arial"/>
                <a:ea typeface="Times New Roman"/>
                <a:cs typeface="Times New Roman"/>
              </a:rPr>
              <a:t> -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Arial"/>
                <a:ea typeface="Times New Roman"/>
                <a:cs typeface="Times New Roman"/>
              </a:rPr>
              <a:t>網站開發專案</a:t>
            </a:r>
            <a:endParaRPr lang="en-US" sz="1800">
              <a:latin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開發者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HO Siu Hang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 (Desmond)  </a:t>
            </a: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學生編號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12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			</a:t>
            </a:r>
            <a:r>
              <a:rPr lang="zh-TW" sz="1800" b="0" i="0" u="none" strike="noStrike" cap="none" spc="0">
                <a:solidFill>
                  <a:srgbClr val="152BEB"/>
                </a:solidFill>
                <a:latin typeface="Arial"/>
                <a:ea typeface="Calibri"/>
                <a:cs typeface="Calibri"/>
              </a:rPr>
              <a:t>			闌珊相親</a:t>
            </a:r>
            <a:r>
              <a:rPr lang="en-US" sz="1800" b="0" i="0" u="none" strike="noStrike" cap="none" spc="0">
                <a:solidFill>
                  <a:srgbClr val="152BEB"/>
                </a:solidFill>
                <a:latin typeface="Arial"/>
                <a:ea typeface="Times New Roman"/>
                <a:cs typeface="Times New Roman"/>
              </a:rPr>
              <a:t>網站</a:t>
            </a:r>
            <a:endParaRPr sz="1800">
              <a:solidFill>
                <a:srgbClr val="0000FF"/>
              </a:solidFill>
              <a:latin typeface="Arial"/>
              <a:ea typeface="Calibri"/>
              <a:cs typeface="Calibri"/>
            </a:endParaRPr>
          </a:p>
        </p:txBody>
      </p:sp>
      <p:sp>
        <p:nvSpPr>
          <p:cNvPr id="1061267941" name="Google Shape;20;p18"/>
          <p:cNvSpPr txBox="1">
            <a:spLocks noGrp="1"/>
          </p:cNvSpPr>
          <p:nvPr>
            <p:ph type="sldNum" idx="12"/>
          </p:nvPr>
        </p:nvSpPr>
        <p:spPr bwMode="auto">
          <a:xfrm>
            <a:off x="8610599" y="6356349"/>
            <a:ext cx="2743200" cy="365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3" tIns="45699" rIns="91423" bIns="45699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9F1603AB-9131-92B1-2216-B4C8D0C598C3}" type="slidenum">
              <a:rPr lang="en-US"/>
              <a:t>12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佈景主題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佈景主題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ONLYOFFICE/9.4.0.129</Application>
  <PresentationFormat>On-screen Show (4:3)</PresentationFormat>
  <Paragraphs>0</Paragraphs>
  <Slides>48</Slides>
  <Notes>48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49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JACKHO</dc:creator>
  <cp:lastModifiedBy/>
  <cp:revision>526</cp:revision>
  <dcterms:created xsi:type="dcterms:W3CDTF">2025-03-08T03:49:38Z</dcterms:created>
  <dcterms:modified xsi:type="dcterms:W3CDTF">2026-09-21T15:20:24Z</dcterms:modified>
</cp:coreProperties>
</file>